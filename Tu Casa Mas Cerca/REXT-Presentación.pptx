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10"/>
  </p:notesMasterIdLst>
  <p:sldIdLst>
    <p:sldId id="256" r:id="rId2"/>
    <p:sldId id="257" r:id="rId3"/>
    <p:sldId id="258" r:id="rId4"/>
    <p:sldId id="259" r:id="rId5"/>
    <p:sldId id="260" r:id="rId6"/>
    <p:sldId id="262" r:id="rId7"/>
    <p:sldId id="261" r:id="rId8"/>
    <p:sldId id="263" r:id="rId9"/>
  </p:sldIdLst>
  <p:sldSz cx="18288000" cy="10287000"/>
  <p:notesSz cx="6858000" cy="9144000"/>
  <p:embeddedFontLst>
    <p:embeddedFont>
      <p:font typeface="Figtree" panose="020B0604020202020204" charset="0"/>
      <p:regular r:id="rId11"/>
      <p:bold r:id="rId12"/>
      <p:italic r:id="rId13"/>
      <p:boldItalic r:id="rId14"/>
    </p:embeddedFont>
    <p:embeddedFont>
      <p:font typeface="Figtree Light" panose="020B0604020202020204" charset="0"/>
      <p:regular r:id="rId15"/>
      <p:bold r:id="rId16"/>
      <p:italic r:id="rId17"/>
      <p:boldItalic r:id="rId18"/>
    </p:embeddedFont>
    <p:embeddedFont>
      <p:font typeface="Figtree Medium"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4" d="100"/>
          <a:sy n="54" d="100"/>
        </p:scale>
        <p:origin x="7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presProps" Target="presProp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A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122b40378fc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AR"/>
          </a:p>
        </p:txBody>
      </p:sp>
      <p:sp>
        <p:nvSpPr>
          <p:cNvPr id="48" name="Google Shape;48;g122b40378fc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AR"/>
          </a:p>
        </p:txBody>
      </p:sp>
      <p:sp>
        <p:nvSpPr>
          <p:cNvPr id="55" name="Google Shape;5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22b40378fc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AR"/>
          </a:p>
        </p:txBody>
      </p:sp>
      <p:sp>
        <p:nvSpPr>
          <p:cNvPr id="64" name="Google Shape;64;g122b40378fc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22b40378fc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AR"/>
          </a:p>
        </p:txBody>
      </p:sp>
      <p:sp>
        <p:nvSpPr>
          <p:cNvPr id="72" name="Google Shape;72;g122b40378fc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122b40378fc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AR"/>
          </a:p>
        </p:txBody>
      </p:sp>
      <p:sp>
        <p:nvSpPr>
          <p:cNvPr id="80" name="Google Shape;80;g122b40378fc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22b40378fc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AR"/>
          </a:p>
        </p:txBody>
      </p:sp>
      <p:sp>
        <p:nvSpPr>
          <p:cNvPr id="105" name="Google Shape;105;g122b40378fc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22b40378fc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AR"/>
          </a:p>
        </p:txBody>
      </p:sp>
      <p:sp>
        <p:nvSpPr>
          <p:cNvPr id="89" name="Google Shape;89;g122b40378fc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22b40378fc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AR"/>
          </a:p>
        </p:txBody>
      </p:sp>
      <p:sp>
        <p:nvSpPr>
          <p:cNvPr id="121" name="Google Shape;121;g122b40378fc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ck Cover" type="title">
  <p:cSld name="TITLE">
    <p:spTree>
      <p:nvGrpSpPr>
        <p:cNvPr id="1" name="Shape 7"/>
        <p:cNvGrpSpPr/>
        <p:nvPr/>
      </p:nvGrpSpPr>
      <p:grpSpPr>
        <a:xfrm>
          <a:off x="0" y="0"/>
          <a:ext cx="0" cy="0"/>
          <a:chOff x="0" y="0"/>
          <a:chExt cx="0" cy="0"/>
        </a:xfrm>
      </p:grpSpPr>
      <p:sp>
        <p:nvSpPr>
          <p:cNvPr id="8" name="Google Shape;8;p2"/>
          <p:cNvSpPr/>
          <p:nvPr/>
        </p:nvSpPr>
        <p:spPr>
          <a:xfrm>
            <a:off x="-22505" y="-22205"/>
            <a:ext cx="18345600" cy="10343100"/>
          </a:xfrm>
          <a:prstGeom prst="rect">
            <a:avLst/>
          </a:prstGeom>
          <a:solidFill>
            <a:schemeClr val="dk1"/>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9" name="Google Shape;9;p2"/>
          <p:cNvSpPr txBox="1"/>
          <p:nvPr/>
        </p:nvSpPr>
        <p:spPr>
          <a:xfrm>
            <a:off x="11430000" y="9253600"/>
            <a:ext cx="6276000" cy="384600"/>
          </a:xfrm>
          <a:prstGeom prst="rect">
            <a:avLst/>
          </a:prstGeom>
          <a:noFill/>
          <a:ln>
            <a:noFill/>
          </a:ln>
        </p:spPr>
        <p:txBody>
          <a:bodyPr spcFirstLastPara="1" wrap="square" lIns="0" tIns="0" rIns="0" bIns="0" anchor="ctr" anchorCtr="0">
            <a:noAutofit/>
          </a:bodyPr>
          <a:lstStyle/>
          <a:p>
            <a:pPr marL="0" lvl="0" indent="0" algn="r" rtl="0">
              <a:lnSpc>
                <a:spcPct val="115000"/>
              </a:lnSpc>
              <a:spcBef>
                <a:spcPts val="0"/>
              </a:spcBef>
              <a:spcAft>
                <a:spcPts val="0"/>
              </a:spcAft>
              <a:buSzPts val="2000"/>
              <a:buNone/>
            </a:pPr>
            <a:r>
              <a:rPr lang="en" sz="2400">
                <a:solidFill>
                  <a:schemeClr val="lt1"/>
                </a:solidFill>
                <a:latin typeface="Figtree Light"/>
                <a:ea typeface="Figtree Light"/>
                <a:cs typeface="Figtree Light"/>
                <a:sym typeface="Figtree Light"/>
              </a:rPr>
              <a:t>www.espinlabs.com.ar</a:t>
            </a:r>
            <a:endParaRPr sz="2400">
              <a:solidFill>
                <a:schemeClr val="lt1"/>
              </a:solidFill>
              <a:latin typeface="Figtree Light"/>
              <a:ea typeface="Figtree Light"/>
              <a:cs typeface="Figtree Light"/>
              <a:sym typeface="Figtree Light"/>
            </a:endParaRPr>
          </a:p>
        </p:txBody>
      </p:sp>
      <p:sp>
        <p:nvSpPr>
          <p:cNvPr id="10" name="Google Shape;10;p2"/>
          <p:cNvSpPr txBox="1"/>
          <p:nvPr/>
        </p:nvSpPr>
        <p:spPr>
          <a:xfrm>
            <a:off x="11429950" y="9757237"/>
            <a:ext cx="6276000" cy="156000"/>
          </a:xfrm>
          <a:prstGeom prst="rect">
            <a:avLst/>
          </a:prstGeom>
          <a:noFill/>
          <a:ln>
            <a:noFill/>
          </a:ln>
        </p:spPr>
        <p:txBody>
          <a:bodyPr spcFirstLastPara="1" wrap="square" lIns="0" tIns="0" rIns="0" bIns="0" anchor="b" anchorCtr="0">
            <a:noAutofit/>
          </a:bodyPr>
          <a:lstStyle/>
          <a:p>
            <a:pPr marL="0" lvl="0" indent="0" algn="r" rtl="0">
              <a:lnSpc>
                <a:spcPct val="115000"/>
              </a:lnSpc>
              <a:spcBef>
                <a:spcPts val="0"/>
              </a:spcBef>
              <a:spcAft>
                <a:spcPts val="0"/>
              </a:spcAft>
              <a:buSzPts val="2000"/>
              <a:buNone/>
            </a:pPr>
            <a:r>
              <a:rPr lang="en" sz="1200">
                <a:solidFill>
                  <a:srgbClr val="666666"/>
                </a:solidFill>
                <a:latin typeface="Figtree Light"/>
                <a:ea typeface="Figtree Light"/>
                <a:cs typeface="Figtree Light"/>
                <a:sym typeface="Figtree Light"/>
              </a:rPr>
              <a:t>© ESPIN-LABS S.R.L. 2025 All rights reserved. Todos los derechos reservados.</a:t>
            </a:r>
            <a:endParaRPr sz="1200">
              <a:solidFill>
                <a:srgbClr val="666666"/>
              </a:solidFill>
              <a:latin typeface="Figtree Light"/>
              <a:ea typeface="Figtree Light"/>
              <a:cs typeface="Figtree Light"/>
              <a:sym typeface="Figtree Light"/>
            </a:endParaRPr>
          </a:p>
        </p:txBody>
      </p:sp>
      <p:sp>
        <p:nvSpPr>
          <p:cNvPr id="11" name="Google Shape;11;p2"/>
          <p:cNvSpPr/>
          <p:nvPr/>
        </p:nvSpPr>
        <p:spPr>
          <a:xfrm>
            <a:off x="-23825" y="8841137"/>
            <a:ext cx="18345600" cy="18300"/>
          </a:xfrm>
          <a:prstGeom prst="rect">
            <a:avLst/>
          </a:prstGeom>
          <a:gradFill>
            <a:gsLst>
              <a:gs pos="0">
                <a:srgbClr val="ED004F">
                  <a:alpha val="83800"/>
                </a:srgbClr>
              </a:gs>
              <a:gs pos="100000">
                <a:srgbClr val="3079FF">
                  <a:alpha val="83800"/>
                </a:srgbClr>
              </a:gs>
            </a:gsLst>
            <a:lin ang="0" scaled="0"/>
          </a:gra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pic>
        <p:nvPicPr>
          <p:cNvPr id="12" name="Google Shape;12;p2" title="Espinlabs_Negative Primary_Screen_RGB.png"/>
          <p:cNvPicPr preferRelativeResize="0"/>
          <p:nvPr/>
        </p:nvPicPr>
        <p:blipFill rotWithShape="1">
          <a:blip r:embed="rId2">
            <a:alphaModFix/>
          </a:blip>
          <a:srcRect l="5222" t="13904" b="13904"/>
          <a:stretch/>
        </p:blipFill>
        <p:spPr>
          <a:xfrm>
            <a:off x="1099900" y="9185127"/>
            <a:ext cx="3458028" cy="85010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80">
          <p15:clr>
            <a:srgbClr val="FA7B17"/>
          </p15:clr>
        </p15:guide>
        <p15:guide id="2" orient="horz" pos="2160">
          <p15:clr>
            <a:srgbClr val="FA7B17"/>
          </p15:clr>
        </p15:guide>
        <p15:guide id="3" orient="horz" pos="3240">
          <p15:clr>
            <a:srgbClr val="FA7B17"/>
          </p15:clr>
        </p15:guide>
        <p15:guide id="4" orient="horz" pos="4320">
          <p15:clr>
            <a:srgbClr val="FA7B17"/>
          </p15:clr>
        </p15:guide>
        <p15:guide id="5" orient="horz" pos="5400">
          <p15:clr>
            <a:srgbClr val="FA7B17"/>
          </p15:clr>
        </p15:guide>
        <p15:guide id="6" pos="10440">
          <p15:clr>
            <a:srgbClr val="FA7B17"/>
          </p15:clr>
        </p15:guide>
        <p15:guide id="7" pos="720">
          <p15:clr>
            <a:srgbClr val="FA7B17"/>
          </p15:clr>
        </p15:guide>
        <p15:guide id="8" pos="1800">
          <p15:clr>
            <a:srgbClr val="FA7B17"/>
          </p15:clr>
        </p15:guide>
        <p15:guide id="9" pos="2880">
          <p15:clr>
            <a:srgbClr val="FA7B17"/>
          </p15:clr>
        </p15:guide>
        <p15:guide id="10" pos="3960">
          <p15:clr>
            <a:srgbClr val="FA7B17"/>
          </p15:clr>
        </p15:guide>
        <p15:guide id="11" pos="5040">
          <p15:clr>
            <a:srgbClr val="FA7B17"/>
          </p15:clr>
        </p15:guide>
        <p15:guide id="12" pos="6120">
          <p15:clr>
            <a:srgbClr val="FA7B17"/>
          </p15:clr>
        </p15:guide>
        <p15:guide id="13" pos="7200">
          <p15:clr>
            <a:srgbClr val="FA7B17"/>
          </p15:clr>
        </p15:guide>
        <p15:guide id="14" pos="8280">
          <p15:clr>
            <a:srgbClr val="FA7B17"/>
          </p15:clr>
        </p15:guide>
        <p15:guide id="15" pos="9360">
          <p15:clr>
            <a:srgbClr val="FA7B17"/>
          </p15:clr>
        </p15:guide>
        <p15:guide id="16" orient="horz" pos="6127">
          <p15:clr>
            <a:srgbClr val="FA7B17"/>
          </p15:clr>
        </p15:guide>
        <p15:guide id="17" orient="horz" pos="5763">
          <p15:clr>
            <a:srgbClr val="FA7B17"/>
          </p15:clr>
        </p15:guide>
        <p15:guide id="18" orient="horz" pos="353">
          <p15:clr>
            <a:srgbClr val="FA7B17"/>
          </p15:clr>
        </p15:guide>
        <p15:guide id="19" orient="horz" pos="717">
          <p15:clr>
            <a:srgbClr val="FA7B17"/>
          </p15:clr>
        </p15:guide>
        <p15:guide id="20" pos="11153">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lor Cover">
  <p:cSld name="TITLE_1">
    <p:spTree>
      <p:nvGrpSpPr>
        <p:cNvPr id="1" name="Shape 13"/>
        <p:cNvGrpSpPr/>
        <p:nvPr/>
      </p:nvGrpSpPr>
      <p:grpSpPr>
        <a:xfrm>
          <a:off x="0" y="0"/>
          <a:ext cx="0" cy="0"/>
          <a:chOff x="0" y="0"/>
          <a:chExt cx="0" cy="0"/>
        </a:xfrm>
      </p:grpSpPr>
      <p:sp>
        <p:nvSpPr>
          <p:cNvPr id="14" name="Google Shape;14;p3"/>
          <p:cNvSpPr/>
          <p:nvPr/>
        </p:nvSpPr>
        <p:spPr>
          <a:xfrm>
            <a:off x="-22505" y="-22205"/>
            <a:ext cx="18345600" cy="10343100"/>
          </a:xfrm>
          <a:prstGeom prst="rect">
            <a:avLst/>
          </a:prstGeom>
          <a:solidFill>
            <a:schemeClr val="dk1"/>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15" name="Google Shape;15;p3"/>
          <p:cNvSpPr txBox="1"/>
          <p:nvPr/>
        </p:nvSpPr>
        <p:spPr>
          <a:xfrm>
            <a:off x="11430000" y="9253600"/>
            <a:ext cx="6276000" cy="384600"/>
          </a:xfrm>
          <a:prstGeom prst="rect">
            <a:avLst/>
          </a:prstGeom>
          <a:noFill/>
          <a:ln>
            <a:noFill/>
          </a:ln>
        </p:spPr>
        <p:txBody>
          <a:bodyPr spcFirstLastPara="1" wrap="square" lIns="0" tIns="0" rIns="0" bIns="0" anchor="ctr" anchorCtr="0">
            <a:noAutofit/>
          </a:bodyPr>
          <a:lstStyle/>
          <a:p>
            <a:pPr marL="0" lvl="0" indent="0" algn="r" rtl="0">
              <a:lnSpc>
                <a:spcPct val="115000"/>
              </a:lnSpc>
              <a:spcBef>
                <a:spcPts val="0"/>
              </a:spcBef>
              <a:spcAft>
                <a:spcPts val="0"/>
              </a:spcAft>
              <a:buSzPts val="2000"/>
              <a:buNone/>
            </a:pPr>
            <a:r>
              <a:rPr lang="en" sz="2400">
                <a:solidFill>
                  <a:schemeClr val="lt1"/>
                </a:solidFill>
                <a:latin typeface="Figtree Light"/>
                <a:ea typeface="Figtree Light"/>
                <a:cs typeface="Figtree Light"/>
                <a:sym typeface="Figtree Light"/>
              </a:rPr>
              <a:t>www.espinlabs.com.ar</a:t>
            </a:r>
            <a:endParaRPr sz="2400">
              <a:solidFill>
                <a:schemeClr val="lt1"/>
              </a:solidFill>
              <a:latin typeface="Figtree Light"/>
              <a:ea typeface="Figtree Light"/>
              <a:cs typeface="Figtree Light"/>
              <a:sym typeface="Figtree Light"/>
            </a:endParaRPr>
          </a:p>
        </p:txBody>
      </p:sp>
      <p:sp>
        <p:nvSpPr>
          <p:cNvPr id="16" name="Google Shape;16;p3"/>
          <p:cNvSpPr txBox="1"/>
          <p:nvPr/>
        </p:nvSpPr>
        <p:spPr>
          <a:xfrm>
            <a:off x="11429950" y="9757237"/>
            <a:ext cx="6276000" cy="156000"/>
          </a:xfrm>
          <a:prstGeom prst="rect">
            <a:avLst/>
          </a:prstGeom>
          <a:noFill/>
          <a:ln>
            <a:noFill/>
          </a:ln>
        </p:spPr>
        <p:txBody>
          <a:bodyPr spcFirstLastPara="1" wrap="square" lIns="0" tIns="0" rIns="0" bIns="0" anchor="b" anchorCtr="0">
            <a:noAutofit/>
          </a:bodyPr>
          <a:lstStyle/>
          <a:p>
            <a:pPr marL="0" lvl="0" indent="0" algn="r" rtl="0">
              <a:lnSpc>
                <a:spcPct val="115000"/>
              </a:lnSpc>
              <a:spcBef>
                <a:spcPts val="0"/>
              </a:spcBef>
              <a:spcAft>
                <a:spcPts val="0"/>
              </a:spcAft>
              <a:buSzPts val="2000"/>
              <a:buNone/>
            </a:pPr>
            <a:r>
              <a:rPr lang="en" sz="1200">
                <a:solidFill>
                  <a:srgbClr val="666666"/>
                </a:solidFill>
                <a:latin typeface="Figtree Light"/>
                <a:ea typeface="Figtree Light"/>
                <a:cs typeface="Figtree Light"/>
                <a:sym typeface="Figtree Light"/>
              </a:rPr>
              <a:t>© ESPIN-LABS S.R.L. 2025 All rights reserved. Todos los derechos reservados.</a:t>
            </a:r>
            <a:endParaRPr sz="1200">
              <a:solidFill>
                <a:srgbClr val="666666"/>
              </a:solidFill>
              <a:latin typeface="Figtree Light"/>
              <a:ea typeface="Figtree Light"/>
              <a:cs typeface="Figtree Light"/>
              <a:sym typeface="Figtree Light"/>
            </a:endParaRPr>
          </a:p>
        </p:txBody>
      </p:sp>
      <p:sp>
        <p:nvSpPr>
          <p:cNvPr id="17" name="Google Shape;17;p3"/>
          <p:cNvSpPr/>
          <p:nvPr/>
        </p:nvSpPr>
        <p:spPr>
          <a:xfrm>
            <a:off x="-23825" y="8841137"/>
            <a:ext cx="18345600" cy="18300"/>
          </a:xfrm>
          <a:prstGeom prst="rect">
            <a:avLst/>
          </a:prstGeom>
          <a:gradFill>
            <a:gsLst>
              <a:gs pos="0">
                <a:srgbClr val="ED004F">
                  <a:alpha val="83800"/>
                </a:srgbClr>
              </a:gs>
              <a:gs pos="100000">
                <a:srgbClr val="3079FF">
                  <a:alpha val="83800"/>
                </a:srgbClr>
              </a:gs>
            </a:gsLst>
            <a:lin ang="0" scaled="0"/>
          </a:gra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pic>
        <p:nvPicPr>
          <p:cNvPr id="18" name="Google Shape;18;p3" title="Espinlabs_Negative Primary_Screen_RGB.png"/>
          <p:cNvPicPr preferRelativeResize="0"/>
          <p:nvPr/>
        </p:nvPicPr>
        <p:blipFill rotWithShape="1">
          <a:blip r:embed="rId2">
            <a:alphaModFix/>
          </a:blip>
          <a:srcRect l="5222" t="13904" b="13904"/>
          <a:stretch/>
        </p:blipFill>
        <p:spPr>
          <a:xfrm>
            <a:off x="1099900" y="9185127"/>
            <a:ext cx="3458028" cy="850101"/>
          </a:xfrm>
          <a:prstGeom prst="rect">
            <a:avLst/>
          </a:prstGeom>
          <a:noFill/>
          <a:ln>
            <a:noFill/>
          </a:ln>
        </p:spPr>
      </p:pic>
      <p:pic>
        <p:nvPicPr>
          <p:cNvPr id="19" name="Google Shape;19;p3" title="Espinlabs-BG-11.jpg"/>
          <p:cNvPicPr preferRelativeResize="0"/>
          <p:nvPr/>
        </p:nvPicPr>
        <p:blipFill rotWithShape="1">
          <a:blip r:embed="rId3">
            <a:alphaModFix/>
          </a:blip>
          <a:srcRect t="11732" b="43265"/>
          <a:stretch/>
        </p:blipFill>
        <p:spPr>
          <a:xfrm flipH="1">
            <a:off x="0" y="-302"/>
            <a:ext cx="18287995" cy="5143798"/>
          </a:xfrm>
          <a:prstGeom prst="rect">
            <a:avLst/>
          </a:prstGeom>
          <a:noFill/>
          <a:ln>
            <a:noFill/>
          </a:ln>
        </p:spPr>
      </p:pic>
      <p:pic>
        <p:nvPicPr>
          <p:cNvPr id="20" name="Google Shape;20;p3" title="Espinlabs_Mono White_Screen_RGB.png"/>
          <p:cNvPicPr preferRelativeResize="0"/>
          <p:nvPr/>
        </p:nvPicPr>
        <p:blipFill rotWithShape="1">
          <a:blip r:embed="rId4">
            <a:alphaModFix/>
          </a:blip>
          <a:srcRect l="4513" t="18217" r="77759" b="17367"/>
          <a:stretch/>
        </p:blipFill>
        <p:spPr>
          <a:xfrm>
            <a:off x="13641725" y="445725"/>
            <a:ext cx="3673800" cy="4308624"/>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80">
          <p15:clr>
            <a:srgbClr val="FA7B17"/>
          </p15:clr>
        </p15:guide>
        <p15:guide id="2" orient="horz" pos="2160">
          <p15:clr>
            <a:srgbClr val="FA7B17"/>
          </p15:clr>
        </p15:guide>
        <p15:guide id="3" orient="horz" pos="3240">
          <p15:clr>
            <a:srgbClr val="FA7B17"/>
          </p15:clr>
        </p15:guide>
        <p15:guide id="4" orient="horz" pos="4320">
          <p15:clr>
            <a:srgbClr val="FA7B17"/>
          </p15:clr>
        </p15:guide>
        <p15:guide id="5" orient="horz" pos="5400">
          <p15:clr>
            <a:srgbClr val="FA7B17"/>
          </p15:clr>
        </p15:guide>
        <p15:guide id="6" pos="10440">
          <p15:clr>
            <a:srgbClr val="FA7B17"/>
          </p15:clr>
        </p15:guide>
        <p15:guide id="7" pos="720">
          <p15:clr>
            <a:srgbClr val="FA7B17"/>
          </p15:clr>
        </p15:guide>
        <p15:guide id="8" pos="1800">
          <p15:clr>
            <a:srgbClr val="FA7B17"/>
          </p15:clr>
        </p15:guide>
        <p15:guide id="9" pos="2880">
          <p15:clr>
            <a:srgbClr val="FA7B17"/>
          </p15:clr>
        </p15:guide>
        <p15:guide id="10" pos="3960">
          <p15:clr>
            <a:srgbClr val="FA7B17"/>
          </p15:clr>
        </p15:guide>
        <p15:guide id="11" pos="5040">
          <p15:clr>
            <a:srgbClr val="FA7B17"/>
          </p15:clr>
        </p15:guide>
        <p15:guide id="12" pos="6120">
          <p15:clr>
            <a:srgbClr val="FA7B17"/>
          </p15:clr>
        </p15:guide>
        <p15:guide id="13" pos="7200">
          <p15:clr>
            <a:srgbClr val="FA7B17"/>
          </p15:clr>
        </p15:guide>
        <p15:guide id="14" pos="8280">
          <p15:clr>
            <a:srgbClr val="FA7B17"/>
          </p15:clr>
        </p15:guide>
        <p15:guide id="15" pos="9360">
          <p15:clr>
            <a:srgbClr val="FA7B17"/>
          </p15:clr>
        </p15:guide>
        <p15:guide id="16" orient="horz" pos="6127">
          <p15:clr>
            <a:srgbClr val="FA7B17"/>
          </p15:clr>
        </p15:guide>
        <p15:guide id="17" orient="horz" pos="5763">
          <p15:clr>
            <a:srgbClr val="FA7B17"/>
          </p15:clr>
        </p15:guide>
        <p15:guide id="18" orient="horz" pos="353">
          <p15:clr>
            <a:srgbClr val="FA7B17"/>
          </p15:clr>
        </p15:guide>
        <p15:guide id="19" orient="horz" pos="717">
          <p15:clr>
            <a:srgbClr val="FA7B17"/>
          </p15:clr>
        </p15:guide>
        <p15:guide id="20" pos="11153">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01">
  <p:cSld name="TITLE_1_1">
    <p:spTree>
      <p:nvGrpSpPr>
        <p:cNvPr id="1" name="Shape 21"/>
        <p:cNvGrpSpPr/>
        <p:nvPr/>
      </p:nvGrpSpPr>
      <p:grpSpPr>
        <a:xfrm>
          <a:off x="0" y="0"/>
          <a:ext cx="0" cy="0"/>
          <a:chOff x="0" y="0"/>
          <a:chExt cx="0" cy="0"/>
        </a:xfrm>
      </p:grpSpPr>
      <p:sp>
        <p:nvSpPr>
          <p:cNvPr id="22" name="Google Shape;22;p4"/>
          <p:cNvSpPr txBox="1"/>
          <p:nvPr/>
        </p:nvSpPr>
        <p:spPr>
          <a:xfrm>
            <a:off x="14181975" y="9149300"/>
            <a:ext cx="3524100" cy="666600"/>
          </a:xfrm>
          <a:prstGeom prst="rect">
            <a:avLst/>
          </a:prstGeom>
          <a:noFill/>
          <a:ln>
            <a:noFill/>
          </a:ln>
        </p:spPr>
        <p:txBody>
          <a:bodyPr spcFirstLastPara="1" wrap="square" lIns="0" tIns="0" rIns="0" bIns="0" anchor="b" anchorCtr="0">
            <a:noAutofit/>
          </a:bodyPr>
          <a:lstStyle/>
          <a:p>
            <a:pPr marL="0" lvl="0" indent="0" algn="r" rtl="0">
              <a:lnSpc>
                <a:spcPct val="115000"/>
              </a:lnSpc>
              <a:spcBef>
                <a:spcPts val="0"/>
              </a:spcBef>
              <a:spcAft>
                <a:spcPts val="0"/>
              </a:spcAft>
              <a:buSzPts val="2000"/>
              <a:buNone/>
            </a:pPr>
            <a:r>
              <a:rPr lang="en" sz="2400">
                <a:solidFill>
                  <a:schemeClr val="dk1"/>
                </a:solidFill>
                <a:latin typeface="Figtree Light"/>
                <a:ea typeface="Figtree Light"/>
                <a:cs typeface="Figtree Light"/>
                <a:sym typeface="Figtree Light"/>
              </a:rPr>
              <a:t>www.espinlabs.com.ar</a:t>
            </a:r>
            <a:endParaRPr sz="2400">
              <a:solidFill>
                <a:schemeClr val="dk1"/>
              </a:solidFill>
              <a:latin typeface="Figtree Light"/>
              <a:ea typeface="Figtree Light"/>
              <a:cs typeface="Figtree Light"/>
              <a:sym typeface="Figtree Light"/>
            </a:endParaRPr>
          </a:p>
        </p:txBody>
      </p:sp>
      <p:sp>
        <p:nvSpPr>
          <p:cNvPr id="23" name="Google Shape;23;p4"/>
          <p:cNvSpPr txBox="1"/>
          <p:nvPr/>
        </p:nvSpPr>
        <p:spPr>
          <a:xfrm>
            <a:off x="1143100" y="9149300"/>
            <a:ext cx="1714800" cy="66660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0"/>
              </a:spcBef>
              <a:spcAft>
                <a:spcPts val="0"/>
              </a:spcAft>
              <a:buSzPts val="2000"/>
              <a:buNone/>
            </a:pPr>
            <a:r>
              <a:rPr lang="en" sz="1800">
                <a:solidFill>
                  <a:schemeClr val="dk1"/>
                </a:solidFill>
                <a:latin typeface="Figtree Light"/>
                <a:ea typeface="Figtree Light"/>
                <a:cs typeface="Figtree Light"/>
                <a:sym typeface="Figtree Light"/>
              </a:rPr>
              <a:t>Page </a:t>
            </a:r>
            <a:fld id="{00000000-1234-1234-1234-123412341234}" type="slidenum">
              <a:rPr lang="en" sz="1800">
                <a:solidFill>
                  <a:schemeClr val="dk1"/>
                </a:solidFill>
                <a:latin typeface="Figtree Light"/>
                <a:ea typeface="Figtree Light"/>
                <a:cs typeface="Figtree Light"/>
                <a:sym typeface="Figtree Light"/>
              </a:rPr>
              <a:t>‹Nº›</a:t>
            </a:fld>
            <a:endParaRPr sz="1800">
              <a:solidFill>
                <a:schemeClr val="dk1"/>
              </a:solidFill>
              <a:latin typeface="Figtree Light"/>
              <a:ea typeface="Figtree Light"/>
              <a:cs typeface="Figtree Light"/>
              <a:sym typeface="Figtree Light"/>
            </a:endParaRPr>
          </a:p>
        </p:txBody>
      </p:sp>
      <p:pic>
        <p:nvPicPr>
          <p:cNvPr id="24" name="Google Shape;24;p4" title="Espinlabs_Positive Primary_Screen_RGB.png"/>
          <p:cNvPicPr preferRelativeResize="0"/>
          <p:nvPr/>
        </p:nvPicPr>
        <p:blipFill rotWithShape="1">
          <a:blip r:embed="rId2">
            <a:alphaModFix/>
          </a:blip>
          <a:srcRect l="-5320" t="13904" r="5320" b="13904"/>
          <a:stretch/>
        </p:blipFill>
        <p:spPr>
          <a:xfrm>
            <a:off x="14852015" y="594351"/>
            <a:ext cx="2860959" cy="666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80">
          <p15:clr>
            <a:srgbClr val="FA7B17"/>
          </p15:clr>
        </p15:guide>
        <p15:guide id="2" orient="horz" pos="2160">
          <p15:clr>
            <a:srgbClr val="FA7B17"/>
          </p15:clr>
        </p15:guide>
        <p15:guide id="3" orient="horz" pos="3240">
          <p15:clr>
            <a:srgbClr val="FA7B17"/>
          </p15:clr>
        </p15:guide>
        <p15:guide id="4" orient="horz" pos="4320">
          <p15:clr>
            <a:srgbClr val="FA7B17"/>
          </p15:clr>
        </p15:guide>
        <p15:guide id="5" orient="horz" pos="5400">
          <p15:clr>
            <a:srgbClr val="FA7B17"/>
          </p15:clr>
        </p15:guide>
        <p15:guide id="6" pos="10440">
          <p15:clr>
            <a:srgbClr val="FA7B17"/>
          </p15:clr>
        </p15:guide>
        <p15:guide id="7" pos="720">
          <p15:clr>
            <a:srgbClr val="FA7B17"/>
          </p15:clr>
        </p15:guide>
        <p15:guide id="8" pos="1800">
          <p15:clr>
            <a:srgbClr val="FA7B17"/>
          </p15:clr>
        </p15:guide>
        <p15:guide id="9" pos="2880">
          <p15:clr>
            <a:srgbClr val="FA7B17"/>
          </p15:clr>
        </p15:guide>
        <p15:guide id="10" pos="3960">
          <p15:clr>
            <a:srgbClr val="FA7B17"/>
          </p15:clr>
        </p15:guide>
        <p15:guide id="11" pos="5040">
          <p15:clr>
            <a:srgbClr val="FA7B17"/>
          </p15:clr>
        </p15:guide>
        <p15:guide id="12" pos="6120">
          <p15:clr>
            <a:srgbClr val="FA7B17"/>
          </p15:clr>
        </p15:guide>
        <p15:guide id="13" pos="7200">
          <p15:clr>
            <a:srgbClr val="FA7B17"/>
          </p15:clr>
        </p15:guide>
        <p15:guide id="14" pos="8280">
          <p15:clr>
            <a:srgbClr val="FA7B17"/>
          </p15:clr>
        </p15:guide>
        <p15:guide id="15" pos="9360">
          <p15:clr>
            <a:srgbClr val="FA7B17"/>
          </p15:clr>
        </p15:guide>
        <p15:guide id="16" orient="horz" pos="6127">
          <p15:clr>
            <a:srgbClr val="FA7B17"/>
          </p15:clr>
        </p15:guide>
        <p15:guide id="17" orient="horz" pos="5763">
          <p15:clr>
            <a:srgbClr val="FA7B17"/>
          </p15:clr>
        </p15:guide>
        <p15:guide id="18" orient="horz" pos="353">
          <p15:clr>
            <a:srgbClr val="FA7B17"/>
          </p15:clr>
        </p15:guide>
        <p15:guide id="19" orient="horz" pos="717">
          <p15:clr>
            <a:srgbClr val="FA7B17"/>
          </p15:clr>
        </p15:guide>
        <p15:guide id="20" pos="11153">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02">
  <p:cSld name="TITLE_1_1_1">
    <p:spTree>
      <p:nvGrpSpPr>
        <p:cNvPr id="1" name="Shape 25"/>
        <p:cNvGrpSpPr/>
        <p:nvPr/>
      </p:nvGrpSpPr>
      <p:grpSpPr>
        <a:xfrm>
          <a:off x="0" y="0"/>
          <a:ext cx="0" cy="0"/>
          <a:chOff x="0" y="0"/>
          <a:chExt cx="0" cy="0"/>
        </a:xfrm>
      </p:grpSpPr>
      <p:pic>
        <p:nvPicPr>
          <p:cNvPr id="26" name="Google Shape;26;p5" title="Espinlabs-BG-11.jpg"/>
          <p:cNvPicPr preferRelativeResize="0"/>
          <p:nvPr/>
        </p:nvPicPr>
        <p:blipFill rotWithShape="1">
          <a:blip r:embed="rId2">
            <a:alphaModFix/>
          </a:blip>
          <a:srcRect l="35342" t="11941" r="12018" b="3792"/>
          <a:stretch/>
        </p:blipFill>
        <p:spPr>
          <a:xfrm flipH="1">
            <a:off x="8001001" y="-26713"/>
            <a:ext cx="10354524" cy="10359299"/>
          </a:xfrm>
          <a:prstGeom prst="rect">
            <a:avLst/>
          </a:prstGeom>
          <a:noFill/>
          <a:ln>
            <a:noFill/>
          </a:ln>
        </p:spPr>
      </p:pic>
      <p:sp>
        <p:nvSpPr>
          <p:cNvPr id="27" name="Google Shape;27;p5"/>
          <p:cNvSpPr txBox="1"/>
          <p:nvPr/>
        </p:nvSpPr>
        <p:spPr>
          <a:xfrm>
            <a:off x="14357575" y="9149300"/>
            <a:ext cx="3348300" cy="666600"/>
          </a:xfrm>
          <a:prstGeom prst="rect">
            <a:avLst/>
          </a:prstGeom>
          <a:noFill/>
          <a:ln>
            <a:noFill/>
          </a:ln>
        </p:spPr>
        <p:txBody>
          <a:bodyPr spcFirstLastPara="1" wrap="square" lIns="0" tIns="0" rIns="0" bIns="0" anchor="b" anchorCtr="0">
            <a:noAutofit/>
          </a:bodyPr>
          <a:lstStyle/>
          <a:p>
            <a:pPr marL="0" lvl="0" indent="0" algn="r" rtl="0">
              <a:lnSpc>
                <a:spcPct val="115000"/>
              </a:lnSpc>
              <a:spcBef>
                <a:spcPts val="0"/>
              </a:spcBef>
              <a:spcAft>
                <a:spcPts val="0"/>
              </a:spcAft>
              <a:buSzPts val="2000"/>
              <a:buNone/>
            </a:pPr>
            <a:r>
              <a:rPr lang="en" sz="2400">
                <a:solidFill>
                  <a:schemeClr val="lt1"/>
                </a:solidFill>
                <a:latin typeface="Figtree Light"/>
                <a:ea typeface="Figtree Light"/>
                <a:cs typeface="Figtree Light"/>
                <a:sym typeface="Figtree Light"/>
              </a:rPr>
              <a:t>www.espinlabs.com.ar</a:t>
            </a:r>
            <a:endParaRPr sz="2400">
              <a:solidFill>
                <a:schemeClr val="lt1"/>
              </a:solidFill>
              <a:latin typeface="Figtree Light"/>
              <a:ea typeface="Figtree Light"/>
              <a:cs typeface="Figtree Light"/>
              <a:sym typeface="Figtree Light"/>
            </a:endParaRPr>
          </a:p>
        </p:txBody>
      </p:sp>
      <p:sp>
        <p:nvSpPr>
          <p:cNvPr id="28" name="Google Shape;28;p5"/>
          <p:cNvSpPr txBox="1"/>
          <p:nvPr/>
        </p:nvSpPr>
        <p:spPr>
          <a:xfrm>
            <a:off x="1143100" y="9149300"/>
            <a:ext cx="1714800" cy="66660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0"/>
              </a:spcBef>
              <a:spcAft>
                <a:spcPts val="0"/>
              </a:spcAft>
              <a:buSzPts val="2000"/>
              <a:buNone/>
            </a:pPr>
            <a:r>
              <a:rPr lang="en" sz="1800">
                <a:solidFill>
                  <a:schemeClr val="dk1"/>
                </a:solidFill>
                <a:latin typeface="Figtree Light"/>
                <a:ea typeface="Figtree Light"/>
                <a:cs typeface="Figtree Light"/>
                <a:sym typeface="Figtree Light"/>
              </a:rPr>
              <a:t>Page </a:t>
            </a:r>
            <a:fld id="{00000000-1234-1234-1234-123412341234}" type="slidenum">
              <a:rPr lang="en" sz="1800">
                <a:solidFill>
                  <a:schemeClr val="dk1"/>
                </a:solidFill>
                <a:latin typeface="Figtree Light"/>
                <a:ea typeface="Figtree Light"/>
                <a:cs typeface="Figtree Light"/>
                <a:sym typeface="Figtree Light"/>
              </a:rPr>
              <a:t>‹Nº›</a:t>
            </a:fld>
            <a:endParaRPr sz="1800">
              <a:solidFill>
                <a:schemeClr val="dk1"/>
              </a:solidFill>
              <a:latin typeface="Figtree Light"/>
              <a:ea typeface="Figtree Light"/>
              <a:cs typeface="Figtree Light"/>
              <a:sym typeface="Figtree Light"/>
            </a:endParaRPr>
          </a:p>
        </p:txBody>
      </p:sp>
      <p:pic>
        <p:nvPicPr>
          <p:cNvPr id="29" name="Google Shape;29;p5" title="Espinlabs_Mono White_Screen_RGB.png"/>
          <p:cNvPicPr preferRelativeResize="0"/>
          <p:nvPr/>
        </p:nvPicPr>
        <p:blipFill rotWithShape="1">
          <a:blip r:embed="rId3">
            <a:alphaModFix/>
          </a:blip>
          <a:srcRect l="-4380" t="13904" r="4380" b="13904"/>
          <a:stretch/>
        </p:blipFill>
        <p:spPr>
          <a:xfrm>
            <a:off x="14865522" y="594351"/>
            <a:ext cx="2860959" cy="666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80">
          <p15:clr>
            <a:srgbClr val="FA7B17"/>
          </p15:clr>
        </p15:guide>
        <p15:guide id="2" orient="horz" pos="2160">
          <p15:clr>
            <a:srgbClr val="FA7B17"/>
          </p15:clr>
        </p15:guide>
        <p15:guide id="3" orient="horz" pos="3240">
          <p15:clr>
            <a:srgbClr val="FA7B17"/>
          </p15:clr>
        </p15:guide>
        <p15:guide id="4" orient="horz" pos="4320">
          <p15:clr>
            <a:srgbClr val="FA7B17"/>
          </p15:clr>
        </p15:guide>
        <p15:guide id="5" orient="horz" pos="5400">
          <p15:clr>
            <a:srgbClr val="FA7B17"/>
          </p15:clr>
        </p15:guide>
        <p15:guide id="6" pos="10440">
          <p15:clr>
            <a:srgbClr val="FA7B17"/>
          </p15:clr>
        </p15:guide>
        <p15:guide id="7" pos="720">
          <p15:clr>
            <a:srgbClr val="FA7B17"/>
          </p15:clr>
        </p15:guide>
        <p15:guide id="8" pos="1800">
          <p15:clr>
            <a:srgbClr val="FA7B17"/>
          </p15:clr>
        </p15:guide>
        <p15:guide id="9" pos="2880">
          <p15:clr>
            <a:srgbClr val="FA7B17"/>
          </p15:clr>
        </p15:guide>
        <p15:guide id="10" pos="3960">
          <p15:clr>
            <a:srgbClr val="FA7B17"/>
          </p15:clr>
        </p15:guide>
        <p15:guide id="11" pos="5040">
          <p15:clr>
            <a:srgbClr val="FA7B17"/>
          </p15:clr>
        </p15:guide>
        <p15:guide id="12" pos="6120">
          <p15:clr>
            <a:srgbClr val="FA7B17"/>
          </p15:clr>
        </p15:guide>
        <p15:guide id="13" pos="7200">
          <p15:clr>
            <a:srgbClr val="FA7B17"/>
          </p15:clr>
        </p15:guide>
        <p15:guide id="14" pos="8280">
          <p15:clr>
            <a:srgbClr val="FA7B17"/>
          </p15:clr>
        </p15:guide>
        <p15:guide id="15" pos="9360">
          <p15:clr>
            <a:srgbClr val="FA7B17"/>
          </p15:clr>
        </p15:guide>
        <p15:guide id="16" orient="horz" pos="6127">
          <p15:clr>
            <a:srgbClr val="FA7B17"/>
          </p15:clr>
        </p15:guide>
        <p15:guide id="17" orient="horz" pos="5763">
          <p15:clr>
            <a:srgbClr val="FA7B17"/>
          </p15:clr>
        </p15:guide>
        <p15:guide id="18" orient="horz" pos="353">
          <p15:clr>
            <a:srgbClr val="FA7B17"/>
          </p15:clr>
        </p15:guide>
        <p15:guide id="19" orient="horz" pos="717">
          <p15:clr>
            <a:srgbClr val="FA7B17"/>
          </p15:clr>
        </p15:guide>
        <p15:guide id="20" pos="11153">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03">
  <p:cSld name="TITLE_1_1_1_1">
    <p:spTree>
      <p:nvGrpSpPr>
        <p:cNvPr id="1" name="Shape 30"/>
        <p:cNvGrpSpPr/>
        <p:nvPr/>
      </p:nvGrpSpPr>
      <p:grpSpPr>
        <a:xfrm>
          <a:off x="0" y="0"/>
          <a:ext cx="0" cy="0"/>
          <a:chOff x="0" y="0"/>
          <a:chExt cx="0" cy="0"/>
        </a:xfrm>
      </p:grpSpPr>
      <p:sp>
        <p:nvSpPr>
          <p:cNvPr id="31" name="Google Shape;31;p6"/>
          <p:cNvSpPr/>
          <p:nvPr/>
        </p:nvSpPr>
        <p:spPr>
          <a:xfrm>
            <a:off x="-22505" y="-22205"/>
            <a:ext cx="18345600" cy="10343100"/>
          </a:xfrm>
          <a:prstGeom prst="rect">
            <a:avLst/>
          </a:prstGeom>
          <a:solidFill>
            <a:schemeClr val="dk1"/>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32" name="Google Shape;32;p6"/>
          <p:cNvSpPr txBox="1"/>
          <p:nvPr/>
        </p:nvSpPr>
        <p:spPr>
          <a:xfrm>
            <a:off x="14357575" y="9149300"/>
            <a:ext cx="3348300" cy="666600"/>
          </a:xfrm>
          <a:prstGeom prst="rect">
            <a:avLst/>
          </a:prstGeom>
          <a:noFill/>
          <a:ln>
            <a:noFill/>
          </a:ln>
        </p:spPr>
        <p:txBody>
          <a:bodyPr spcFirstLastPara="1" wrap="square" lIns="0" tIns="0" rIns="0" bIns="0" anchor="b" anchorCtr="0">
            <a:noAutofit/>
          </a:bodyPr>
          <a:lstStyle/>
          <a:p>
            <a:pPr marL="0" lvl="0" indent="0" algn="r" rtl="0">
              <a:lnSpc>
                <a:spcPct val="115000"/>
              </a:lnSpc>
              <a:spcBef>
                <a:spcPts val="0"/>
              </a:spcBef>
              <a:spcAft>
                <a:spcPts val="0"/>
              </a:spcAft>
              <a:buSzPts val="2000"/>
              <a:buNone/>
            </a:pPr>
            <a:r>
              <a:rPr lang="en" sz="2400">
                <a:solidFill>
                  <a:schemeClr val="lt1"/>
                </a:solidFill>
                <a:latin typeface="Figtree Light"/>
                <a:ea typeface="Figtree Light"/>
                <a:cs typeface="Figtree Light"/>
                <a:sym typeface="Figtree Light"/>
              </a:rPr>
              <a:t>www.espinlabs.com.ar</a:t>
            </a:r>
            <a:endParaRPr sz="2400">
              <a:solidFill>
                <a:schemeClr val="lt1"/>
              </a:solidFill>
              <a:latin typeface="Figtree Light"/>
              <a:ea typeface="Figtree Light"/>
              <a:cs typeface="Figtree Light"/>
              <a:sym typeface="Figtree Light"/>
            </a:endParaRPr>
          </a:p>
        </p:txBody>
      </p:sp>
      <p:sp>
        <p:nvSpPr>
          <p:cNvPr id="33" name="Google Shape;33;p6"/>
          <p:cNvSpPr txBox="1"/>
          <p:nvPr/>
        </p:nvSpPr>
        <p:spPr>
          <a:xfrm>
            <a:off x="1143100" y="9149300"/>
            <a:ext cx="1714800" cy="66660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0"/>
              </a:spcBef>
              <a:spcAft>
                <a:spcPts val="0"/>
              </a:spcAft>
              <a:buSzPts val="2000"/>
              <a:buNone/>
            </a:pPr>
            <a:r>
              <a:rPr lang="en" sz="1800">
                <a:solidFill>
                  <a:schemeClr val="dk2"/>
                </a:solidFill>
                <a:latin typeface="Figtree Light"/>
                <a:ea typeface="Figtree Light"/>
                <a:cs typeface="Figtree Light"/>
                <a:sym typeface="Figtree Light"/>
              </a:rPr>
              <a:t>Page </a:t>
            </a:r>
            <a:fld id="{00000000-1234-1234-1234-123412341234}" type="slidenum">
              <a:rPr lang="en" sz="1800">
                <a:solidFill>
                  <a:schemeClr val="dk2"/>
                </a:solidFill>
                <a:latin typeface="Figtree Light"/>
                <a:ea typeface="Figtree Light"/>
                <a:cs typeface="Figtree Light"/>
                <a:sym typeface="Figtree Light"/>
              </a:rPr>
              <a:t>‹Nº›</a:t>
            </a:fld>
            <a:endParaRPr sz="1800">
              <a:solidFill>
                <a:schemeClr val="dk2"/>
              </a:solidFill>
              <a:latin typeface="Figtree Light"/>
              <a:ea typeface="Figtree Light"/>
              <a:cs typeface="Figtree Light"/>
              <a:sym typeface="Figtree Light"/>
            </a:endParaRPr>
          </a:p>
        </p:txBody>
      </p:sp>
      <p:pic>
        <p:nvPicPr>
          <p:cNvPr id="34" name="Google Shape;34;p6" title="Espinlabs_Negative Primary_Screen_RGB.png"/>
          <p:cNvPicPr preferRelativeResize="0"/>
          <p:nvPr/>
        </p:nvPicPr>
        <p:blipFill rotWithShape="1">
          <a:blip r:embed="rId2">
            <a:alphaModFix/>
          </a:blip>
          <a:srcRect l="-5320" t="13904" r="5320" b="13904"/>
          <a:stretch/>
        </p:blipFill>
        <p:spPr>
          <a:xfrm>
            <a:off x="14865522" y="594351"/>
            <a:ext cx="2860959" cy="666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80">
          <p15:clr>
            <a:srgbClr val="FA7B17"/>
          </p15:clr>
        </p15:guide>
        <p15:guide id="2" orient="horz" pos="2160">
          <p15:clr>
            <a:srgbClr val="FA7B17"/>
          </p15:clr>
        </p15:guide>
        <p15:guide id="3" orient="horz" pos="3240">
          <p15:clr>
            <a:srgbClr val="FA7B17"/>
          </p15:clr>
        </p15:guide>
        <p15:guide id="4" orient="horz" pos="4320">
          <p15:clr>
            <a:srgbClr val="FA7B17"/>
          </p15:clr>
        </p15:guide>
        <p15:guide id="5" orient="horz" pos="5400">
          <p15:clr>
            <a:srgbClr val="FA7B17"/>
          </p15:clr>
        </p15:guide>
        <p15:guide id="6" pos="10440">
          <p15:clr>
            <a:srgbClr val="FA7B17"/>
          </p15:clr>
        </p15:guide>
        <p15:guide id="7" pos="720">
          <p15:clr>
            <a:srgbClr val="FA7B17"/>
          </p15:clr>
        </p15:guide>
        <p15:guide id="8" pos="1800">
          <p15:clr>
            <a:srgbClr val="FA7B17"/>
          </p15:clr>
        </p15:guide>
        <p15:guide id="9" pos="2880">
          <p15:clr>
            <a:srgbClr val="FA7B17"/>
          </p15:clr>
        </p15:guide>
        <p15:guide id="10" pos="3960">
          <p15:clr>
            <a:srgbClr val="FA7B17"/>
          </p15:clr>
        </p15:guide>
        <p15:guide id="11" pos="5040">
          <p15:clr>
            <a:srgbClr val="FA7B17"/>
          </p15:clr>
        </p15:guide>
        <p15:guide id="12" pos="6120">
          <p15:clr>
            <a:srgbClr val="FA7B17"/>
          </p15:clr>
        </p15:guide>
        <p15:guide id="13" pos="7200">
          <p15:clr>
            <a:srgbClr val="FA7B17"/>
          </p15:clr>
        </p15:guide>
        <p15:guide id="14" pos="8280">
          <p15:clr>
            <a:srgbClr val="FA7B17"/>
          </p15:clr>
        </p15:guide>
        <p15:guide id="15" pos="9360">
          <p15:clr>
            <a:srgbClr val="FA7B17"/>
          </p15:clr>
        </p15:guide>
        <p15:guide id="16" orient="horz" pos="6127">
          <p15:clr>
            <a:srgbClr val="FA7B17"/>
          </p15:clr>
        </p15:guide>
        <p15:guide id="17" orient="horz" pos="5763">
          <p15:clr>
            <a:srgbClr val="FA7B17"/>
          </p15:clr>
        </p15:guide>
        <p15:guide id="18" orient="horz" pos="353">
          <p15:clr>
            <a:srgbClr val="FA7B17"/>
          </p15:clr>
        </p15:guide>
        <p15:guide id="19" orient="horz" pos="717">
          <p15:clr>
            <a:srgbClr val="FA7B17"/>
          </p15:clr>
        </p15:guide>
        <p15:guide id="20" pos="11153">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04">
  <p:cSld name="TITLE_1_1_1_1_1">
    <p:spTree>
      <p:nvGrpSpPr>
        <p:cNvPr id="1" name="Shape 35"/>
        <p:cNvGrpSpPr/>
        <p:nvPr/>
      </p:nvGrpSpPr>
      <p:grpSpPr>
        <a:xfrm>
          <a:off x="0" y="0"/>
          <a:ext cx="0" cy="0"/>
          <a:chOff x="0" y="0"/>
          <a:chExt cx="0" cy="0"/>
        </a:xfrm>
      </p:grpSpPr>
      <p:pic>
        <p:nvPicPr>
          <p:cNvPr id="36" name="Google Shape;36;p7" title="Espinlabs-BG-11.jpg"/>
          <p:cNvPicPr preferRelativeResize="0"/>
          <p:nvPr/>
        </p:nvPicPr>
        <p:blipFill rotWithShape="1">
          <a:blip r:embed="rId2">
            <a:alphaModFix/>
          </a:blip>
          <a:srcRect t="8261" b="30227"/>
          <a:stretch/>
        </p:blipFill>
        <p:spPr>
          <a:xfrm flipH="1">
            <a:off x="-23825" y="1714200"/>
            <a:ext cx="18345600" cy="7030874"/>
          </a:xfrm>
          <a:prstGeom prst="rect">
            <a:avLst/>
          </a:prstGeom>
          <a:noFill/>
          <a:ln>
            <a:noFill/>
          </a:ln>
        </p:spPr>
      </p:pic>
      <p:sp>
        <p:nvSpPr>
          <p:cNvPr id="37" name="Google Shape;37;p7"/>
          <p:cNvSpPr txBox="1"/>
          <p:nvPr/>
        </p:nvSpPr>
        <p:spPr>
          <a:xfrm>
            <a:off x="14181975" y="9149300"/>
            <a:ext cx="3524100" cy="666600"/>
          </a:xfrm>
          <a:prstGeom prst="rect">
            <a:avLst/>
          </a:prstGeom>
          <a:noFill/>
          <a:ln>
            <a:noFill/>
          </a:ln>
        </p:spPr>
        <p:txBody>
          <a:bodyPr spcFirstLastPara="1" wrap="square" lIns="0" tIns="0" rIns="0" bIns="0" anchor="b" anchorCtr="0">
            <a:noAutofit/>
          </a:bodyPr>
          <a:lstStyle/>
          <a:p>
            <a:pPr marL="0" lvl="0" indent="0" algn="r" rtl="0">
              <a:lnSpc>
                <a:spcPct val="115000"/>
              </a:lnSpc>
              <a:spcBef>
                <a:spcPts val="0"/>
              </a:spcBef>
              <a:spcAft>
                <a:spcPts val="0"/>
              </a:spcAft>
              <a:buSzPts val="2000"/>
              <a:buNone/>
            </a:pPr>
            <a:r>
              <a:rPr lang="en" sz="2400">
                <a:solidFill>
                  <a:schemeClr val="dk1"/>
                </a:solidFill>
                <a:latin typeface="Figtree Light"/>
                <a:ea typeface="Figtree Light"/>
                <a:cs typeface="Figtree Light"/>
                <a:sym typeface="Figtree Light"/>
              </a:rPr>
              <a:t>www.espinlabs.com.ar</a:t>
            </a:r>
            <a:endParaRPr sz="2400">
              <a:solidFill>
                <a:schemeClr val="dk1"/>
              </a:solidFill>
              <a:latin typeface="Figtree Light"/>
              <a:ea typeface="Figtree Light"/>
              <a:cs typeface="Figtree Light"/>
              <a:sym typeface="Figtree Light"/>
            </a:endParaRPr>
          </a:p>
        </p:txBody>
      </p:sp>
      <p:sp>
        <p:nvSpPr>
          <p:cNvPr id="38" name="Google Shape;38;p7"/>
          <p:cNvSpPr txBox="1"/>
          <p:nvPr/>
        </p:nvSpPr>
        <p:spPr>
          <a:xfrm>
            <a:off x="1143100" y="9149300"/>
            <a:ext cx="1714800" cy="66660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0"/>
              </a:spcBef>
              <a:spcAft>
                <a:spcPts val="0"/>
              </a:spcAft>
              <a:buSzPts val="2000"/>
              <a:buNone/>
            </a:pPr>
            <a:r>
              <a:rPr lang="en" sz="1800">
                <a:solidFill>
                  <a:schemeClr val="dk1"/>
                </a:solidFill>
                <a:latin typeface="Figtree Light"/>
                <a:ea typeface="Figtree Light"/>
                <a:cs typeface="Figtree Light"/>
                <a:sym typeface="Figtree Light"/>
              </a:rPr>
              <a:t>Page </a:t>
            </a:r>
            <a:fld id="{00000000-1234-1234-1234-123412341234}" type="slidenum">
              <a:rPr lang="en" sz="1800">
                <a:solidFill>
                  <a:schemeClr val="dk1"/>
                </a:solidFill>
                <a:latin typeface="Figtree Light"/>
                <a:ea typeface="Figtree Light"/>
                <a:cs typeface="Figtree Light"/>
                <a:sym typeface="Figtree Light"/>
              </a:rPr>
              <a:t>‹Nº›</a:t>
            </a:fld>
            <a:endParaRPr sz="1800">
              <a:solidFill>
                <a:schemeClr val="dk1"/>
              </a:solidFill>
              <a:latin typeface="Figtree Light"/>
              <a:ea typeface="Figtree Light"/>
              <a:cs typeface="Figtree Light"/>
              <a:sym typeface="Figtree Light"/>
            </a:endParaRPr>
          </a:p>
        </p:txBody>
      </p:sp>
      <p:pic>
        <p:nvPicPr>
          <p:cNvPr id="39" name="Google Shape;39;p7" title="Espinlabs_Positive Primary_Screen_RGB.png"/>
          <p:cNvPicPr preferRelativeResize="0"/>
          <p:nvPr/>
        </p:nvPicPr>
        <p:blipFill rotWithShape="1">
          <a:blip r:embed="rId3">
            <a:alphaModFix/>
          </a:blip>
          <a:srcRect l="-5320" t="13904" r="5320" b="13904"/>
          <a:stretch/>
        </p:blipFill>
        <p:spPr>
          <a:xfrm>
            <a:off x="14852015" y="594351"/>
            <a:ext cx="2860959" cy="666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80">
          <p15:clr>
            <a:srgbClr val="FA7B17"/>
          </p15:clr>
        </p15:guide>
        <p15:guide id="2" orient="horz" pos="2160">
          <p15:clr>
            <a:srgbClr val="FA7B17"/>
          </p15:clr>
        </p15:guide>
        <p15:guide id="3" orient="horz" pos="3240">
          <p15:clr>
            <a:srgbClr val="FA7B17"/>
          </p15:clr>
        </p15:guide>
        <p15:guide id="4" orient="horz" pos="4320">
          <p15:clr>
            <a:srgbClr val="FA7B17"/>
          </p15:clr>
        </p15:guide>
        <p15:guide id="5" orient="horz" pos="5400">
          <p15:clr>
            <a:srgbClr val="FA7B17"/>
          </p15:clr>
        </p15:guide>
        <p15:guide id="6" pos="10440">
          <p15:clr>
            <a:srgbClr val="FA7B17"/>
          </p15:clr>
        </p15:guide>
        <p15:guide id="7" pos="720">
          <p15:clr>
            <a:srgbClr val="FA7B17"/>
          </p15:clr>
        </p15:guide>
        <p15:guide id="8" pos="1800">
          <p15:clr>
            <a:srgbClr val="FA7B17"/>
          </p15:clr>
        </p15:guide>
        <p15:guide id="9" pos="2880">
          <p15:clr>
            <a:srgbClr val="FA7B17"/>
          </p15:clr>
        </p15:guide>
        <p15:guide id="10" pos="3960">
          <p15:clr>
            <a:srgbClr val="FA7B17"/>
          </p15:clr>
        </p15:guide>
        <p15:guide id="11" pos="5040">
          <p15:clr>
            <a:srgbClr val="FA7B17"/>
          </p15:clr>
        </p15:guide>
        <p15:guide id="12" pos="6120">
          <p15:clr>
            <a:srgbClr val="FA7B17"/>
          </p15:clr>
        </p15:guide>
        <p15:guide id="13" pos="7200">
          <p15:clr>
            <a:srgbClr val="FA7B17"/>
          </p15:clr>
        </p15:guide>
        <p15:guide id="14" pos="8280">
          <p15:clr>
            <a:srgbClr val="FA7B17"/>
          </p15:clr>
        </p15:guide>
        <p15:guide id="15" pos="9360">
          <p15:clr>
            <a:srgbClr val="FA7B17"/>
          </p15:clr>
        </p15:guide>
        <p15:guide id="16" orient="horz" pos="6127">
          <p15:clr>
            <a:srgbClr val="FA7B17"/>
          </p15:clr>
        </p15:guide>
        <p15:guide id="17" orient="horz" pos="5763">
          <p15:clr>
            <a:srgbClr val="FA7B17"/>
          </p15:clr>
        </p15:guide>
        <p15:guide id="18" orient="horz" pos="353">
          <p15:clr>
            <a:srgbClr val="FA7B17"/>
          </p15:clr>
        </p15:guide>
        <p15:guide id="19" orient="horz" pos="717">
          <p15:clr>
            <a:srgbClr val="FA7B17"/>
          </p15:clr>
        </p15:guide>
        <p15:guide id="20" pos="11153">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05">
  <p:cSld name="TITLE_1_1_1_1_1_1">
    <p:spTree>
      <p:nvGrpSpPr>
        <p:cNvPr id="1" name="Shape 40"/>
        <p:cNvGrpSpPr/>
        <p:nvPr/>
      </p:nvGrpSpPr>
      <p:grpSpPr>
        <a:xfrm>
          <a:off x="0" y="0"/>
          <a:ext cx="0" cy="0"/>
          <a:chOff x="0" y="0"/>
          <a:chExt cx="0" cy="0"/>
        </a:xfrm>
      </p:grpSpPr>
      <p:sp>
        <p:nvSpPr>
          <p:cNvPr id="41" name="Google Shape;41;p8"/>
          <p:cNvSpPr/>
          <p:nvPr/>
        </p:nvSpPr>
        <p:spPr>
          <a:xfrm>
            <a:off x="-22505" y="-22205"/>
            <a:ext cx="18345600" cy="10343100"/>
          </a:xfrm>
          <a:prstGeom prst="rect">
            <a:avLst/>
          </a:prstGeom>
          <a:solidFill>
            <a:schemeClr val="dk1"/>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pic>
        <p:nvPicPr>
          <p:cNvPr id="42" name="Google Shape;42;p8" title="Espinlabs-BG-11.jpg"/>
          <p:cNvPicPr preferRelativeResize="0"/>
          <p:nvPr/>
        </p:nvPicPr>
        <p:blipFill rotWithShape="1">
          <a:blip r:embed="rId2">
            <a:alphaModFix/>
          </a:blip>
          <a:srcRect t="8261" b="30227"/>
          <a:stretch/>
        </p:blipFill>
        <p:spPr>
          <a:xfrm flipH="1">
            <a:off x="-23825" y="1714200"/>
            <a:ext cx="18345600" cy="7030874"/>
          </a:xfrm>
          <a:prstGeom prst="rect">
            <a:avLst/>
          </a:prstGeom>
          <a:noFill/>
          <a:ln>
            <a:noFill/>
          </a:ln>
        </p:spPr>
      </p:pic>
      <p:sp>
        <p:nvSpPr>
          <p:cNvPr id="43" name="Google Shape;43;p8"/>
          <p:cNvSpPr txBox="1"/>
          <p:nvPr/>
        </p:nvSpPr>
        <p:spPr>
          <a:xfrm>
            <a:off x="14357575" y="9149300"/>
            <a:ext cx="3348300" cy="666600"/>
          </a:xfrm>
          <a:prstGeom prst="rect">
            <a:avLst/>
          </a:prstGeom>
          <a:noFill/>
          <a:ln>
            <a:noFill/>
          </a:ln>
        </p:spPr>
        <p:txBody>
          <a:bodyPr spcFirstLastPara="1" wrap="square" lIns="0" tIns="0" rIns="0" bIns="0" anchor="b" anchorCtr="0">
            <a:noAutofit/>
          </a:bodyPr>
          <a:lstStyle/>
          <a:p>
            <a:pPr marL="0" lvl="0" indent="0" algn="r" rtl="0">
              <a:lnSpc>
                <a:spcPct val="115000"/>
              </a:lnSpc>
              <a:spcBef>
                <a:spcPts val="0"/>
              </a:spcBef>
              <a:spcAft>
                <a:spcPts val="0"/>
              </a:spcAft>
              <a:buSzPts val="2000"/>
              <a:buNone/>
            </a:pPr>
            <a:r>
              <a:rPr lang="en" sz="2400">
                <a:solidFill>
                  <a:schemeClr val="lt1"/>
                </a:solidFill>
                <a:latin typeface="Figtree Light"/>
                <a:ea typeface="Figtree Light"/>
                <a:cs typeface="Figtree Light"/>
                <a:sym typeface="Figtree Light"/>
              </a:rPr>
              <a:t>www.espinlabs.com.ar</a:t>
            </a:r>
            <a:endParaRPr sz="2400">
              <a:solidFill>
                <a:schemeClr val="lt1"/>
              </a:solidFill>
              <a:latin typeface="Figtree Light"/>
              <a:ea typeface="Figtree Light"/>
              <a:cs typeface="Figtree Light"/>
              <a:sym typeface="Figtree Light"/>
            </a:endParaRPr>
          </a:p>
        </p:txBody>
      </p:sp>
      <p:sp>
        <p:nvSpPr>
          <p:cNvPr id="44" name="Google Shape;44;p8"/>
          <p:cNvSpPr txBox="1"/>
          <p:nvPr/>
        </p:nvSpPr>
        <p:spPr>
          <a:xfrm>
            <a:off x="1143100" y="9149300"/>
            <a:ext cx="1714800" cy="66660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0"/>
              </a:spcBef>
              <a:spcAft>
                <a:spcPts val="0"/>
              </a:spcAft>
              <a:buSzPts val="2000"/>
              <a:buNone/>
            </a:pPr>
            <a:r>
              <a:rPr lang="en" sz="1800">
                <a:solidFill>
                  <a:schemeClr val="dk2"/>
                </a:solidFill>
                <a:latin typeface="Figtree Light"/>
                <a:ea typeface="Figtree Light"/>
                <a:cs typeface="Figtree Light"/>
                <a:sym typeface="Figtree Light"/>
              </a:rPr>
              <a:t>Page </a:t>
            </a:r>
            <a:fld id="{00000000-1234-1234-1234-123412341234}" type="slidenum">
              <a:rPr lang="en" sz="1800">
                <a:solidFill>
                  <a:schemeClr val="dk2"/>
                </a:solidFill>
                <a:latin typeface="Figtree Light"/>
                <a:ea typeface="Figtree Light"/>
                <a:cs typeface="Figtree Light"/>
                <a:sym typeface="Figtree Light"/>
              </a:rPr>
              <a:t>‹Nº›</a:t>
            </a:fld>
            <a:endParaRPr sz="1800">
              <a:solidFill>
                <a:schemeClr val="dk2"/>
              </a:solidFill>
              <a:latin typeface="Figtree Light"/>
              <a:ea typeface="Figtree Light"/>
              <a:cs typeface="Figtree Light"/>
              <a:sym typeface="Figtree Light"/>
            </a:endParaRPr>
          </a:p>
        </p:txBody>
      </p:sp>
      <p:pic>
        <p:nvPicPr>
          <p:cNvPr id="45" name="Google Shape;45;p8" title="Espinlabs_Negative Primary_Screen_RGB.png"/>
          <p:cNvPicPr preferRelativeResize="0"/>
          <p:nvPr/>
        </p:nvPicPr>
        <p:blipFill rotWithShape="1">
          <a:blip r:embed="rId3">
            <a:alphaModFix/>
          </a:blip>
          <a:srcRect l="-5320" t="13904" r="5320" b="13904"/>
          <a:stretch/>
        </p:blipFill>
        <p:spPr>
          <a:xfrm>
            <a:off x="14865522" y="594351"/>
            <a:ext cx="2860959" cy="666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80">
          <p15:clr>
            <a:srgbClr val="FA7B17"/>
          </p15:clr>
        </p15:guide>
        <p15:guide id="2" orient="horz" pos="2160">
          <p15:clr>
            <a:srgbClr val="FA7B17"/>
          </p15:clr>
        </p15:guide>
        <p15:guide id="3" orient="horz" pos="3240">
          <p15:clr>
            <a:srgbClr val="FA7B17"/>
          </p15:clr>
        </p15:guide>
        <p15:guide id="4" orient="horz" pos="4320">
          <p15:clr>
            <a:srgbClr val="FA7B17"/>
          </p15:clr>
        </p15:guide>
        <p15:guide id="5" orient="horz" pos="5400">
          <p15:clr>
            <a:srgbClr val="FA7B17"/>
          </p15:clr>
        </p15:guide>
        <p15:guide id="6" pos="10440">
          <p15:clr>
            <a:srgbClr val="FA7B17"/>
          </p15:clr>
        </p15:guide>
        <p15:guide id="7" pos="720">
          <p15:clr>
            <a:srgbClr val="FA7B17"/>
          </p15:clr>
        </p15:guide>
        <p15:guide id="8" pos="1800">
          <p15:clr>
            <a:srgbClr val="FA7B17"/>
          </p15:clr>
        </p15:guide>
        <p15:guide id="9" pos="2880">
          <p15:clr>
            <a:srgbClr val="FA7B17"/>
          </p15:clr>
        </p15:guide>
        <p15:guide id="10" pos="3960">
          <p15:clr>
            <a:srgbClr val="FA7B17"/>
          </p15:clr>
        </p15:guide>
        <p15:guide id="11" pos="5040">
          <p15:clr>
            <a:srgbClr val="FA7B17"/>
          </p15:clr>
        </p15:guide>
        <p15:guide id="12" pos="6120">
          <p15:clr>
            <a:srgbClr val="FA7B17"/>
          </p15:clr>
        </p15:guide>
        <p15:guide id="13" pos="7200">
          <p15:clr>
            <a:srgbClr val="FA7B17"/>
          </p15:clr>
        </p15:guide>
        <p15:guide id="14" pos="8280">
          <p15:clr>
            <a:srgbClr val="FA7B17"/>
          </p15:clr>
        </p15:guide>
        <p15:guide id="15" pos="9360">
          <p15:clr>
            <a:srgbClr val="FA7B17"/>
          </p15:clr>
        </p15:guide>
        <p15:guide id="16" orient="horz" pos="6127">
          <p15:clr>
            <a:srgbClr val="FA7B17"/>
          </p15:clr>
        </p15:guide>
        <p15:guide id="17" orient="horz" pos="5763">
          <p15:clr>
            <a:srgbClr val="FA7B17"/>
          </p15:clr>
        </p15:guide>
        <p15:guide id="18" orient="horz" pos="353">
          <p15:clr>
            <a:srgbClr val="FA7B17"/>
          </p15:clr>
        </p15:guide>
        <p15:guide id="19" orient="horz" pos="717">
          <p15:clr>
            <a:srgbClr val="FA7B17"/>
          </p15:clr>
        </p15:guide>
        <p15:guide id="20" pos="11153">
          <p15:clr>
            <a:srgbClr val="FA7B17"/>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9"/>
          <p:cNvSpPr txBox="1">
            <a:spLocks noGrp="1"/>
          </p:cNvSpPr>
          <p:nvPr>
            <p:ph type="ctrTitle"/>
          </p:nvPr>
        </p:nvSpPr>
        <p:spPr>
          <a:xfrm>
            <a:off x="1142999" y="2441900"/>
            <a:ext cx="12330113" cy="216180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SzPts val="2000"/>
              <a:buNone/>
            </a:pPr>
            <a:r>
              <a:rPr lang="en" sz="8000" dirty="0">
                <a:solidFill>
                  <a:schemeClr val="lt1"/>
                </a:solidFill>
                <a:latin typeface="Figtree Light"/>
                <a:ea typeface="Figtree Light"/>
                <a:cs typeface="Figtree Light"/>
                <a:sym typeface="Figtree Light"/>
              </a:rPr>
              <a:t>Espinlabs</a:t>
            </a:r>
            <a:endParaRPr sz="8000" dirty="0">
              <a:solidFill>
                <a:schemeClr val="lt1"/>
              </a:solidFill>
              <a:latin typeface="Figtree Light"/>
              <a:ea typeface="Figtree Light"/>
              <a:cs typeface="Figtree Light"/>
              <a:sym typeface="Figtree Light"/>
            </a:endParaRPr>
          </a:p>
          <a:p>
            <a:pPr marL="0" lvl="0" indent="0" algn="l" rtl="0">
              <a:lnSpc>
                <a:spcPct val="90000"/>
              </a:lnSpc>
              <a:spcBef>
                <a:spcPts val="0"/>
              </a:spcBef>
              <a:spcAft>
                <a:spcPts val="0"/>
              </a:spcAft>
              <a:buSzPts val="2000"/>
              <a:buNone/>
            </a:pPr>
            <a:r>
              <a:rPr lang="es-ES" sz="8000" dirty="0">
                <a:solidFill>
                  <a:schemeClr val="lt1"/>
                </a:solidFill>
                <a:latin typeface="Figtree Medium"/>
                <a:ea typeface="Figtree Medium"/>
                <a:cs typeface="Figtree Medium"/>
                <a:sym typeface="Figtree Medium"/>
              </a:rPr>
              <a:t>Propuesta Comercial | Servicios de Consultoría</a:t>
            </a:r>
            <a:endParaRPr sz="8000" dirty="0">
              <a:solidFill>
                <a:schemeClr val="lt1"/>
              </a:solidFill>
              <a:latin typeface="Figtree Medium"/>
              <a:ea typeface="Figtree Medium"/>
              <a:cs typeface="Figtree Medium"/>
              <a:sym typeface="Figtree Medium"/>
            </a:endParaRPr>
          </a:p>
        </p:txBody>
      </p:sp>
      <p:sp>
        <p:nvSpPr>
          <p:cNvPr id="51" name="Google Shape;51;p9"/>
          <p:cNvSpPr txBox="1">
            <a:spLocks noGrp="1"/>
          </p:cNvSpPr>
          <p:nvPr>
            <p:ph type="ctrTitle" idx="2"/>
          </p:nvPr>
        </p:nvSpPr>
        <p:spPr>
          <a:xfrm>
            <a:off x="1143000" y="674600"/>
            <a:ext cx="8572800" cy="57180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SzPts val="2000"/>
              <a:buNone/>
            </a:pPr>
            <a:r>
              <a:rPr lang="en" sz="2800">
                <a:solidFill>
                  <a:schemeClr val="lt1"/>
                </a:solidFill>
                <a:latin typeface="Figtree Light"/>
                <a:ea typeface="Figtree Light"/>
                <a:cs typeface="Figtree Light"/>
                <a:sym typeface="Figtree Light"/>
              </a:rPr>
              <a:t>Propuesta Comercial | Servicios de Consultoría</a:t>
            </a:r>
            <a:endParaRPr sz="2800">
              <a:solidFill>
                <a:schemeClr val="lt1"/>
              </a:solidFill>
              <a:latin typeface="Figtree Light"/>
              <a:ea typeface="Figtree Light"/>
              <a:cs typeface="Figtree Light"/>
              <a:sym typeface="Figtree Light"/>
            </a:endParaRPr>
          </a:p>
        </p:txBody>
      </p:sp>
      <p:sp>
        <p:nvSpPr>
          <p:cNvPr id="52" name="Google Shape;52;p9"/>
          <p:cNvSpPr txBox="1">
            <a:spLocks noGrp="1"/>
          </p:cNvSpPr>
          <p:nvPr>
            <p:ph type="ctrTitle" idx="3"/>
          </p:nvPr>
        </p:nvSpPr>
        <p:spPr>
          <a:xfrm>
            <a:off x="1143000" y="5707437"/>
            <a:ext cx="9786938" cy="22524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SzPts val="2000"/>
              <a:buNone/>
            </a:pPr>
            <a:r>
              <a:rPr lang="es-AR" sz="3400" dirty="0">
                <a:solidFill>
                  <a:schemeClr val="lt1"/>
                </a:solidFill>
                <a:latin typeface="Figtree Light"/>
                <a:ea typeface="Figtree Light"/>
                <a:cs typeface="Figtree Light"/>
                <a:sym typeface="Figtree Light"/>
              </a:rPr>
              <a:t>Plataforma de Microcréditos Hipotecarios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0"/>
          <p:cNvSpPr txBox="1">
            <a:spLocks noGrp="1"/>
          </p:cNvSpPr>
          <p:nvPr>
            <p:ph type="ctrTitle"/>
          </p:nvPr>
        </p:nvSpPr>
        <p:spPr>
          <a:xfrm>
            <a:off x="1142999" y="2863700"/>
            <a:ext cx="8215313" cy="118500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SzPts val="2000"/>
              <a:buNone/>
            </a:pPr>
            <a:r>
              <a:rPr lang="es-AR" sz="7200" dirty="0">
                <a:solidFill>
                  <a:schemeClr val="lt1"/>
                </a:solidFill>
                <a:latin typeface="Figtree"/>
                <a:ea typeface="Figtree"/>
                <a:cs typeface="Figtree"/>
                <a:sym typeface="Figtree"/>
              </a:rPr>
              <a:t>Resumen Ejecutivo</a:t>
            </a:r>
            <a:br>
              <a:rPr lang="es-AR" sz="7200" dirty="0">
                <a:solidFill>
                  <a:schemeClr val="lt1"/>
                </a:solidFill>
                <a:latin typeface="Figtree"/>
                <a:ea typeface="Figtree"/>
                <a:cs typeface="Figtree"/>
                <a:sym typeface="Figtree"/>
              </a:rPr>
            </a:br>
            <a:endParaRPr sz="7200" dirty="0">
              <a:solidFill>
                <a:schemeClr val="lt1"/>
              </a:solidFill>
              <a:latin typeface="Figtree"/>
              <a:ea typeface="Figtree"/>
              <a:cs typeface="Figtree"/>
              <a:sym typeface="Figtree"/>
            </a:endParaRPr>
          </a:p>
        </p:txBody>
      </p:sp>
      <p:sp>
        <p:nvSpPr>
          <p:cNvPr id="58" name="Google Shape;58;p10"/>
          <p:cNvSpPr txBox="1">
            <a:spLocks noGrp="1"/>
          </p:cNvSpPr>
          <p:nvPr>
            <p:ph type="ctrTitle" idx="2"/>
          </p:nvPr>
        </p:nvSpPr>
        <p:spPr>
          <a:xfrm>
            <a:off x="1143000" y="674600"/>
            <a:ext cx="8572800" cy="57180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SzPts val="2000"/>
              <a:buNone/>
            </a:pPr>
            <a:r>
              <a:rPr lang="en" sz="2400">
                <a:solidFill>
                  <a:srgbClr val="B7B7B7"/>
                </a:solidFill>
                <a:latin typeface="Figtree Light"/>
                <a:ea typeface="Figtree Light"/>
                <a:cs typeface="Figtree Light"/>
                <a:sym typeface="Figtree Light"/>
              </a:rPr>
              <a:t>Propuesta Comercial | Servicios de Consultoría</a:t>
            </a:r>
            <a:endParaRPr sz="2400">
              <a:solidFill>
                <a:srgbClr val="B7B7B7"/>
              </a:solidFill>
              <a:latin typeface="Figtree Light"/>
              <a:ea typeface="Figtree Light"/>
              <a:cs typeface="Figtree Light"/>
              <a:sym typeface="Figtree Light"/>
            </a:endParaRPr>
          </a:p>
        </p:txBody>
      </p:sp>
      <p:sp>
        <p:nvSpPr>
          <p:cNvPr id="59" name="Google Shape;59;p10"/>
          <p:cNvSpPr txBox="1">
            <a:spLocks noGrp="1"/>
          </p:cNvSpPr>
          <p:nvPr>
            <p:ph type="ctrTitle" idx="3"/>
          </p:nvPr>
        </p:nvSpPr>
        <p:spPr>
          <a:xfrm>
            <a:off x="1143000" y="4513841"/>
            <a:ext cx="8001000" cy="22524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SzPts val="2000"/>
              <a:buNone/>
            </a:pPr>
            <a:r>
              <a:rPr lang="en" sz="2800" dirty="0">
                <a:solidFill>
                  <a:srgbClr val="B7B7B7"/>
                </a:solidFill>
                <a:latin typeface="Figtree Light"/>
                <a:ea typeface="Figtree Light"/>
                <a:cs typeface="Figtree Light"/>
                <a:sym typeface="Figtree Light"/>
              </a:rPr>
              <a:t>Propuesta comercial de servicios de consultoría y desarrollo de sistemas.</a:t>
            </a:r>
            <a:br>
              <a:rPr lang="en" sz="2800" dirty="0">
                <a:solidFill>
                  <a:srgbClr val="B7B7B7"/>
                </a:solidFill>
                <a:latin typeface="Figtree Light"/>
                <a:ea typeface="Figtree Light"/>
                <a:cs typeface="Figtree Light"/>
                <a:sym typeface="Figtree Light"/>
              </a:rPr>
            </a:br>
            <a:br>
              <a:rPr lang="en" sz="2800" dirty="0">
                <a:solidFill>
                  <a:srgbClr val="B7B7B7"/>
                </a:solidFill>
                <a:latin typeface="Figtree Light"/>
                <a:ea typeface="Figtree Light"/>
                <a:cs typeface="Figtree Light"/>
                <a:sym typeface="Figtree Light"/>
              </a:rPr>
            </a:br>
            <a:r>
              <a:rPr lang="en" sz="2800" dirty="0">
                <a:solidFill>
                  <a:srgbClr val="B7B7B7"/>
                </a:solidFill>
                <a:latin typeface="Figtree Light"/>
                <a:ea typeface="Figtree Light"/>
                <a:cs typeface="Figtree Light"/>
                <a:sym typeface="Figtree Light"/>
              </a:rPr>
              <a:t>Plataforma de Micro Créditos Hipotecarios REXT</a:t>
            </a:r>
            <a:endParaRPr sz="2800" dirty="0">
              <a:solidFill>
                <a:srgbClr val="B7B7B7"/>
              </a:solidFill>
              <a:latin typeface="Figtree Light"/>
              <a:ea typeface="Figtree Light"/>
              <a:cs typeface="Figtree Light"/>
              <a:sym typeface="Figtree Light"/>
            </a:endParaRPr>
          </a:p>
        </p:txBody>
      </p:sp>
      <p:sp>
        <p:nvSpPr>
          <p:cNvPr id="60" name="Google Shape;60;p10"/>
          <p:cNvSpPr/>
          <p:nvPr/>
        </p:nvSpPr>
        <p:spPr>
          <a:xfrm>
            <a:off x="1559918" y="7127161"/>
            <a:ext cx="3840600" cy="27300"/>
          </a:xfrm>
          <a:prstGeom prst="rect">
            <a:avLst/>
          </a:prstGeom>
          <a:gradFill>
            <a:gsLst>
              <a:gs pos="0">
                <a:srgbClr val="ED004F">
                  <a:alpha val="83800"/>
                </a:srgbClr>
              </a:gs>
              <a:gs pos="100000">
                <a:srgbClr val="3079FF">
                  <a:alpha val="83800"/>
                </a:srgbClr>
              </a:gs>
            </a:gsLst>
            <a:lin ang="0" scaled="0"/>
          </a:gra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pic>
        <p:nvPicPr>
          <p:cNvPr id="61" name="Google Shape;61;p10" title="Espinlabs-BG-13.jpg"/>
          <p:cNvPicPr preferRelativeResize="0"/>
          <p:nvPr/>
        </p:nvPicPr>
        <p:blipFill rotWithShape="1">
          <a:blip r:embed="rId3">
            <a:alphaModFix/>
          </a:blip>
          <a:srcRect l="1588" r="35908"/>
          <a:stretch/>
        </p:blipFill>
        <p:spPr>
          <a:xfrm>
            <a:off x="9763584" y="560899"/>
            <a:ext cx="7795200" cy="77946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1"/>
          <p:cNvSpPr txBox="1">
            <a:spLocks noGrp="1"/>
          </p:cNvSpPr>
          <p:nvPr>
            <p:ph type="ctrTitle"/>
          </p:nvPr>
        </p:nvSpPr>
        <p:spPr>
          <a:xfrm>
            <a:off x="1143000" y="1714500"/>
            <a:ext cx="6858000" cy="1870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dk1"/>
              </a:buClr>
              <a:buSzPts val="2000"/>
              <a:buFont typeface="Arial"/>
              <a:buNone/>
            </a:pPr>
            <a:r>
              <a:rPr lang="es-AR" sz="5200" dirty="0">
                <a:solidFill>
                  <a:schemeClr val="dk1"/>
                </a:solidFill>
                <a:latin typeface="Figtree Medium"/>
                <a:ea typeface="Figtree Medium"/>
                <a:cs typeface="Figtree Medium"/>
                <a:sym typeface="Figtree Medium"/>
              </a:rPr>
              <a:t>Objetivo del Proyecto</a:t>
            </a:r>
            <a:endParaRPr lang="es-AR" sz="5200" dirty="0">
              <a:solidFill>
                <a:srgbClr val="B7B7B7"/>
              </a:solidFill>
              <a:latin typeface="Figtree Light"/>
              <a:ea typeface="Figtree Light"/>
              <a:cs typeface="Figtree Light"/>
              <a:sym typeface="Figtree Light"/>
            </a:endParaRPr>
          </a:p>
        </p:txBody>
      </p:sp>
      <p:sp>
        <p:nvSpPr>
          <p:cNvPr id="67" name="Google Shape;67;p11"/>
          <p:cNvSpPr txBox="1">
            <a:spLocks noGrp="1"/>
          </p:cNvSpPr>
          <p:nvPr>
            <p:ph type="ctrTitle" idx="2"/>
          </p:nvPr>
        </p:nvSpPr>
        <p:spPr>
          <a:xfrm>
            <a:off x="1188720" y="560900"/>
            <a:ext cx="8572800" cy="6858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SzPts val="2000"/>
              <a:buNone/>
            </a:pPr>
            <a:r>
              <a:rPr lang="en" sz="1800">
                <a:solidFill>
                  <a:srgbClr val="ED004F"/>
                </a:solidFill>
                <a:latin typeface="Figtree Medium"/>
                <a:ea typeface="Figtree Medium"/>
                <a:cs typeface="Figtree Medium"/>
                <a:sym typeface="Figtree Medium"/>
              </a:rPr>
              <a:t>Propuesta Comercial </a:t>
            </a:r>
            <a:endParaRPr sz="1800">
              <a:solidFill>
                <a:srgbClr val="ED004F"/>
              </a:solidFill>
              <a:latin typeface="Figtree Medium"/>
              <a:ea typeface="Figtree Medium"/>
              <a:cs typeface="Figtree Medium"/>
              <a:sym typeface="Figtree Medium"/>
            </a:endParaRPr>
          </a:p>
          <a:p>
            <a:pPr marL="0" lvl="0" indent="0" algn="l" rtl="0">
              <a:lnSpc>
                <a:spcPct val="115000"/>
              </a:lnSpc>
              <a:spcBef>
                <a:spcPts val="0"/>
              </a:spcBef>
              <a:spcAft>
                <a:spcPts val="0"/>
              </a:spcAft>
              <a:buSzPts val="2000"/>
              <a:buNone/>
            </a:pPr>
            <a:r>
              <a:rPr lang="en" sz="1800">
                <a:latin typeface="Figtree Light"/>
                <a:ea typeface="Figtree Light"/>
                <a:cs typeface="Figtree Light"/>
                <a:sym typeface="Figtree Light"/>
              </a:rPr>
              <a:t>Servicios de Consultoría</a:t>
            </a:r>
            <a:endParaRPr sz="1800">
              <a:latin typeface="Figtree Light"/>
              <a:ea typeface="Figtree Light"/>
              <a:cs typeface="Figtree Light"/>
              <a:sym typeface="Figtree Light"/>
            </a:endParaRPr>
          </a:p>
        </p:txBody>
      </p:sp>
      <p:sp>
        <p:nvSpPr>
          <p:cNvPr id="68" name="Google Shape;68;p11"/>
          <p:cNvSpPr txBox="1">
            <a:spLocks noGrp="1"/>
          </p:cNvSpPr>
          <p:nvPr>
            <p:ph type="ctrTitle" idx="3"/>
          </p:nvPr>
        </p:nvSpPr>
        <p:spPr>
          <a:xfrm>
            <a:off x="1143000" y="3913900"/>
            <a:ext cx="6858000" cy="1229600"/>
          </a:xfrm>
          <a:prstGeom prst="rect">
            <a:avLst/>
          </a:prstGeom>
          <a:noFill/>
          <a:ln>
            <a:noFill/>
          </a:ln>
        </p:spPr>
        <p:txBody>
          <a:bodyPr spcFirstLastPara="1" wrap="square" lIns="0" tIns="0" rIns="0" bIns="0" anchor="t" anchorCtr="0">
            <a:noAutofit/>
          </a:bodyPr>
          <a:lstStyle/>
          <a:p>
            <a:pPr algn="ctr"/>
            <a:r>
              <a:rPr lang="es-ES" sz="2000" b="1" dirty="0">
                <a:latin typeface="Figtree Light"/>
              </a:rPr>
              <a:t>Se plantea la necesidad de generar una Plataforma de </a:t>
            </a:r>
            <a:r>
              <a:rPr lang="es-ES" sz="2000" b="1" dirty="0" err="1">
                <a:latin typeface="Figtree Light"/>
              </a:rPr>
              <a:t>micro-créditos</a:t>
            </a:r>
            <a:r>
              <a:rPr lang="es-ES" sz="2000" b="1" dirty="0">
                <a:latin typeface="Figtree Light"/>
              </a:rPr>
              <a:t> hipotecarios para la plataforma de inversión REXT.</a:t>
            </a:r>
            <a:br>
              <a:rPr lang="es-ES" sz="2000" dirty="0">
                <a:latin typeface="Figtree Light"/>
              </a:rPr>
            </a:br>
            <a:br>
              <a:rPr lang="es-ES" sz="2000" dirty="0">
                <a:latin typeface="Figtree Light"/>
              </a:rPr>
            </a:br>
            <a:endParaRPr sz="2000" dirty="0">
              <a:latin typeface="Figtree Light"/>
              <a:ea typeface="Figtree Light"/>
              <a:cs typeface="Figtree Light"/>
              <a:sym typeface="Figtree Light"/>
            </a:endParaRPr>
          </a:p>
        </p:txBody>
      </p:sp>
      <p:pic>
        <p:nvPicPr>
          <p:cNvPr id="69" name="Google Shape;69;p11" title="Espinlabs-BG-12.jpg"/>
          <p:cNvPicPr preferRelativeResize="0"/>
          <p:nvPr/>
        </p:nvPicPr>
        <p:blipFill rotWithShape="1">
          <a:blip r:embed="rId3">
            <a:alphaModFix/>
          </a:blip>
          <a:srcRect l="6438" r="31058"/>
          <a:stretch/>
        </p:blipFill>
        <p:spPr>
          <a:xfrm>
            <a:off x="10209325" y="1714806"/>
            <a:ext cx="6858000" cy="6857400"/>
          </a:xfrm>
          <a:prstGeom prst="ellipse">
            <a:avLst/>
          </a:prstGeom>
          <a:noFill/>
          <a:ln>
            <a:noFill/>
          </a:ln>
        </p:spPr>
      </p:pic>
      <p:sp>
        <p:nvSpPr>
          <p:cNvPr id="3" name="CuadroTexto 2">
            <a:extLst>
              <a:ext uri="{FF2B5EF4-FFF2-40B4-BE49-F238E27FC236}">
                <a16:creationId xmlns:a16="http://schemas.microsoft.com/office/drawing/2014/main" id="{EBE021FB-BEA4-ABE8-BE7C-52F72BE05CBC}"/>
              </a:ext>
            </a:extLst>
          </p:cNvPr>
          <p:cNvSpPr txBox="1"/>
          <p:nvPr/>
        </p:nvSpPr>
        <p:spPr>
          <a:xfrm>
            <a:off x="1065325" y="5094319"/>
            <a:ext cx="6858000" cy="3170099"/>
          </a:xfrm>
          <a:prstGeom prst="rect">
            <a:avLst/>
          </a:prstGeom>
          <a:noFill/>
        </p:spPr>
        <p:txBody>
          <a:bodyPr wrap="square">
            <a:spAutoFit/>
          </a:bodyPr>
          <a:lstStyle/>
          <a:p>
            <a:pPr rtl="0">
              <a:buNone/>
            </a:pPr>
            <a:r>
              <a:rPr lang="es-ES" sz="2000" dirty="0">
                <a:latin typeface="Figtree Light"/>
              </a:rPr>
              <a:t>El objetivo del proyecto es el de desarrollar una plataforma digital de originación, gestión y administración de microcréditos hipotecarios, fondeados mediante un fideicomiso privado con inversores limitados, integrando:</a:t>
            </a:r>
          </a:p>
          <a:p>
            <a:pPr rtl="0" fontAlgn="base"/>
            <a:endParaRPr lang="es-ES" sz="2000" dirty="0">
              <a:latin typeface="Figtree Light"/>
            </a:endParaRPr>
          </a:p>
          <a:p>
            <a:pPr lvl="5" fontAlgn="base">
              <a:buFont typeface="Arial" panose="020B0604020202020204" pitchFamily="34" charset="0"/>
              <a:buChar char="•"/>
            </a:pPr>
            <a:r>
              <a:rPr lang="es-ES" sz="2000" dirty="0">
                <a:latin typeface="Figtree Light"/>
              </a:rPr>
              <a:t>Clientes (tomadores del crédito)</a:t>
            </a:r>
          </a:p>
          <a:p>
            <a:pPr lvl="5" fontAlgn="base">
              <a:buFont typeface="Arial" panose="020B0604020202020204" pitchFamily="34" charset="0"/>
              <a:buChar char="•"/>
            </a:pPr>
            <a:r>
              <a:rPr lang="es-ES" sz="2000" dirty="0" err="1">
                <a:latin typeface="Figtree Light"/>
              </a:rPr>
              <a:t>Brokers</a:t>
            </a:r>
            <a:r>
              <a:rPr lang="es-ES" sz="2000" dirty="0">
                <a:latin typeface="Figtree Light"/>
              </a:rPr>
              <a:t> y oficinas (Coldwell </a:t>
            </a:r>
            <a:r>
              <a:rPr lang="es-ES" sz="2000" dirty="0" err="1">
                <a:latin typeface="Figtree Light"/>
              </a:rPr>
              <a:t>Banker</a:t>
            </a:r>
            <a:r>
              <a:rPr lang="es-ES" sz="2000" dirty="0">
                <a:latin typeface="Figtree Light"/>
              </a:rPr>
              <a:t>)</a:t>
            </a:r>
          </a:p>
          <a:p>
            <a:pPr lvl="5" fontAlgn="base">
              <a:buFont typeface="Arial" panose="020B0604020202020204" pitchFamily="34" charset="0"/>
              <a:buChar char="•"/>
            </a:pPr>
            <a:r>
              <a:rPr lang="es-ES" sz="2000" dirty="0">
                <a:latin typeface="Figtree Light"/>
              </a:rPr>
              <a:t>Back Office (empresa de microcréditos)</a:t>
            </a:r>
          </a:p>
          <a:p>
            <a:pPr lvl="5" fontAlgn="base">
              <a:buFont typeface="Arial" panose="020B0604020202020204" pitchFamily="34" charset="0"/>
              <a:buChar char="•"/>
            </a:pPr>
            <a:r>
              <a:rPr lang="es-ES" sz="2000" dirty="0">
                <a:latin typeface="Figtree Light"/>
              </a:rPr>
              <a:t>Inversores del fideicomiso</a:t>
            </a:r>
          </a:p>
          <a:p>
            <a:pPr lvl="5" fontAlgn="base">
              <a:buFont typeface="Arial" panose="020B0604020202020204" pitchFamily="34" charset="0"/>
              <a:buChar char="•"/>
            </a:pPr>
            <a:r>
              <a:rPr lang="es-ES" sz="2000" dirty="0">
                <a:latin typeface="Figtree Light"/>
              </a:rPr>
              <a:t>(Opcional) Administrador del fideicomiso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2"/>
          <p:cNvPicPr preferRelativeResize="0"/>
          <p:nvPr/>
        </p:nvPicPr>
        <p:blipFill rotWithShape="1">
          <a:blip r:embed="rId3">
            <a:alphaModFix/>
          </a:blip>
          <a:srcRect l="16617" r="16623"/>
          <a:stretch/>
        </p:blipFill>
        <p:spPr>
          <a:xfrm>
            <a:off x="9246884" y="1246699"/>
            <a:ext cx="7795200" cy="7794600"/>
          </a:xfrm>
          <a:prstGeom prst="ellipse">
            <a:avLst/>
          </a:prstGeom>
          <a:noFill/>
          <a:ln>
            <a:noFill/>
          </a:ln>
        </p:spPr>
      </p:pic>
      <p:sp>
        <p:nvSpPr>
          <p:cNvPr id="75" name="Google Shape;75;p12"/>
          <p:cNvSpPr txBox="1">
            <a:spLocks noGrp="1"/>
          </p:cNvSpPr>
          <p:nvPr>
            <p:ph type="ctrTitle"/>
          </p:nvPr>
        </p:nvSpPr>
        <p:spPr>
          <a:xfrm>
            <a:off x="1143000" y="1714500"/>
            <a:ext cx="6750600" cy="1870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2000"/>
              <a:buNone/>
            </a:pPr>
            <a:r>
              <a:rPr lang="en" sz="5200">
                <a:solidFill>
                  <a:schemeClr val="accent5"/>
                </a:solidFill>
                <a:latin typeface="Figtree Light"/>
                <a:ea typeface="Figtree Light"/>
                <a:cs typeface="Figtree Light"/>
                <a:sym typeface="Figtree Light"/>
              </a:rPr>
              <a:t>Presentación de diapo</a:t>
            </a:r>
            <a:endParaRPr sz="5200">
              <a:solidFill>
                <a:schemeClr val="accent5"/>
              </a:solidFill>
              <a:latin typeface="Figtree Light"/>
              <a:ea typeface="Figtree Light"/>
              <a:cs typeface="Figtree Light"/>
              <a:sym typeface="Figtree Light"/>
            </a:endParaRPr>
          </a:p>
          <a:p>
            <a:pPr marL="0" lvl="0" indent="0" algn="l" rtl="0">
              <a:lnSpc>
                <a:spcPct val="90000"/>
              </a:lnSpc>
              <a:spcBef>
                <a:spcPts val="0"/>
              </a:spcBef>
              <a:spcAft>
                <a:spcPts val="0"/>
              </a:spcAft>
              <a:buSzPts val="2000"/>
              <a:buNone/>
            </a:pPr>
            <a:r>
              <a:rPr lang="en" sz="5200">
                <a:solidFill>
                  <a:schemeClr val="dk1"/>
                </a:solidFill>
                <a:latin typeface="Figtree Medium"/>
                <a:ea typeface="Figtree Medium"/>
                <a:cs typeface="Figtree Medium"/>
                <a:sym typeface="Figtree Medium"/>
              </a:rPr>
              <a:t>título principal</a:t>
            </a:r>
            <a:endParaRPr sz="5200">
              <a:solidFill>
                <a:schemeClr val="dk1"/>
              </a:solidFill>
              <a:latin typeface="Figtree Medium"/>
              <a:ea typeface="Figtree Medium"/>
              <a:cs typeface="Figtree Medium"/>
              <a:sym typeface="Figtree Medium"/>
            </a:endParaRPr>
          </a:p>
        </p:txBody>
      </p:sp>
      <p:sp>
        <p:nvSpPr>
          <p:cNvPr id="76" name="Google Shape;76;p12"/>
          <p:cNvSpPr txBox="1">
            <a:spLocks noGrp="1"/>
          </p:cNvSpPr>
          <p:nvPr>
            <p:ph type="ctrTitle" idx="2"/>
          </p:nvPr>
        </p:nvSpPr>
        <p:spPr>
          <a:xfrm>
            <a:off x="1188724" y="560900"/>
            <a:ext cx="6317400" cy="6858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SzPts val="2000"/>
              <a:buNone/>
            </a:pPr>
            <a:r>
              <a:rPr lang="en" sz="1800">
                <a:solidFill>
                  <a:schemeClr val="accent1"/>
                </a:solidFill>
                <a:latin typeface="Figtree Medium"/>
                <a:ea typeface="Figtree Medium"/>
                <a:cs typeface="Figtree Medium"/>
                <a:sym typeface="Figtree Medium"/>
              </a:rPr>
              <a:t>Propuesta Comercial </a:t>
            </a:r>
            <a:endParaRPr sz="1800">
              <a:solidFill>
                <a:schemeClr val="accent1"/>
              </a:solidFill>
              <a:latin typeface="Figtree Medium"/>
              <a:ea typeface="Figtree Medium"/>
              <a:cs typeface="Figtree Medium"/>
              <a:sym typeface="Figtree Medium"/>
            </a:endParaRPr>
          </a:p>
          <a:p>
            <a:pPr marL="0" lvl="0" indent="0" algn="l" rtl="0">
              <a:lnSpc>
                <a:spcPct val="115000"/>
              </a:lnSpc>
              <a:spcBef>
                <a:spcPts val="0"/>
              </a:spcBef>
              <a:spcAft>
                <a:spcPts val="0"/>
              </a:spcAft>
              <a:buSzPts val="2000"/>
              <a:buNone/>
            </a:pPr>
            <a:r>
              <a:rPr lang="en" sz="1800">
                <a:latin typeface="Figtree Light"/>
                <a:ea typeface="Figtree Light"/>
                <a:cs typeface="Figtree Light"/>
                <a:sym typeface="Figtree Light"/>
              </a:rPr>
              <a:t>Servicios de Consultoría </a:t>
            </a:r>
            <a:endParaRPr sz="1800">
              <a:latin typeface="Figtree Light"/>
              <a:ea typeface="Figtree Light"/>
              <a:cs typeface="Figtree Light"/>
              <a:sym typeface="Figtree Light"/>
            </a:endParaRPr>
          </a:p>
        </p:txBody>
      </p:sp>
      <p:sp>
        <p:nvSpPr>
          <p:cNvPr id="77" name="Google Shape;77;p12"/>
          <p:cNvSpPr txBox="1">
            <a:spLocks noGrp="1"/>
          </p:cNvSpPr>
          <p:nvPr>
            <p:ph type="ctrTitle" idx="3"/>
          </p:nvPr>
        </p:nvSpPr>
        <p:spPr>
          <a:xfrm>
            <a:off x="1143000" y="3913900"/>
            <a:ext cx="6317400" cy="4848600"/>
          </a:xfrm>
          <a:prstGeom prst="rect">
            <a:avLst/>
          </a:prstGeom>
          <a:noFill/>
          <a:ln>
            <a:noFill/>
          </a:ln>
        </p:spPr>
        <p:txBody>
          <a:bodyPr spcFirstLastPara="1" wrap="square" lIns="0" tIns="0" rIns="0" bIns="0" anchor="t" anchorCtr="0">
            <a:noAutofit/>
          </a:bodyPr>
          <a:lstStyle/>
          <a:p>
            <a:pPr marL="0" lvl="0" indent="0" algn="l" rtl="0">
              <a:lnSpc>
                <a:spcPct val="130000"/>
              </a:lnSpc>
              <a:spcBef>
                <a:spcPts val="0"/>
              </a:spcBef>
              <a:spcAft>
                <a:spcPts val="0"/>
              </a:spcAft>
              <a:buSzPts val="2000"/>
              <a:buNone/>
            </a:pPr>
            <a:r>
              <a:rPr lang="en" sz="2000" dirty="0">
                <a:latin typeface="Figtree Light"/>
                <a:ea typeface="Figtree Light"/>
                <a:cs typeface="Figtree Light"/>
                <a:sym typeface="Figtree Light"/>
              </a:rPr>
              <a:t>Lorem ipsum dolor sit amet, consectetuer adipiscing elit, sed diam nonummy nibh euismod tincidunt ut laoreet dolore magna aliquam erat volutpat. Ut wisi enim ad minim veniam, quis nostrud exerci tation ullamcorper suscipit lobortis nisl ut aliquip ex ea commodo consequat.</a:t>
            </a:r>
            <a:endParaRPr sz="2000" dirty="0">
              <a:latin typeface="Figtree Light"/>
              <a:ea typeface="Figtree Light"/>
              <a:cs typeface="Figtree Light"/>
              <a:sym typeface="Figtree Light"/>
            </a:endParaRPr>
          </a:p>
          <a:p>
            <a:pPr marL="0" lvl="0" indent="0" algn="l" rtl="0">
              <a:lnSpc>
                <a:spcPct val="130000"/>
              </a:lnSpc>
              <a:spcBef>
                <a:spcPts val="0"/>
              </a:spcBef>
              <a:spcAft>
                <a:spcPts val="0"/>
              </a:spcAft>
              <a:buSzPts val="2000"/>
              <a:buNone/>
            </a:pPr>
            <a:endParaRPr sz="2000" dirty="0">
              <a:latin typeface="Figtree Light"/>
              <a:ea typeface="Figtree Light"/>
              <a:cs typeface="Figtree Light"/>
              <a:sym typeface="Figtree Light"/>
            </a:endParaRPr>
          </a:p>
          <a:p>
            <a:pPr marL="0" lvl="0" indent="0" algn="l" rtl="0">
              <a:lnSpc>
                <a:spcPct val="130000"/>
              </a:lnSpc>
              <a:spcBef>
                <a:spcPts val="0"/>
              </a:spcBef>
              <a:spcAft>
                <a:spcPts val="0"/>
              </a:spcAft>
              <a:buSzPts val="2000"/>
              <a:buNone/>
            </a:pPr>
            <a:r>
              <a:rPr lang="en" sz="2000" dirty="0">
                <a:latin typeface="Figtree Light"/>
                <a:ea typeface="Figtree Light"/>
                <a:cs typeface="Figtree Light"/>
                <a:sym typeface="Figtree Light"/>
              </a:rPr>
              <a:t>Duis autem vel eum iriure dolor in hendrerit in vulputate velit esse molestie consequat, vel illum dolore eu feugiat nulla facilisis at vero eros et accumsan et iusto odio dignissim qui blandit praesent luptatum zzril delenit augue duis dolore te feugait nulla.</a:t>
            </a:r>
            <a:endParaRPr sz="2000" dirty="0">
              <a:latin typeface="Figtree Light"/>
              <a:ea typeface="Figtree Light"/>
              <a:cs typeface="Figtree Light"/>
              <a:sym typeface="Figtree Light"/>
            </a:endParaRPr>
          </a:p>
        </p:txBody>
      </p:sp>
      <p:pic>
        <p:nvPicPr>
          <p:cNvPr id="3" name="Imagen 2">
            <a:extLst>
              <a:ext uri="{FF2B5EF4-FFF2-40B4-BE49-F238E27FC236}">
                <a16:creationId xmlns:a16="http://schemas.microsoft.com/office/drawing/2014/main" id="{EF1C8562-A726-A9D7-EDE9-E2F0C8BA9EA8}"/>
              </a:ext>
            </a:extLst>
          </p:cNvPr>
          <p:cNvPicPr>
            <a:picLocks noChangeAspect="1"/>
          </p:cNvPicPr>
          <p:nvPr/>
        </p:nvPicPr>
        <p:blipFill>
          <a:blip r:embed="rId4"/>
          <a:stretch>
            <a:fillRect/>
          </a:stretch>
        </p:blipFill>
        <p:spPr>
          <a:xfrm>
            <a:off x="265945" y="1714500"/>
            <a:ext cx="7441918" cy="723228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pic>
        <p:nvPicPr>
          <p:cNvPr id="82" name="Google Shape;82;p13"/>
          <p:cNvPicPr preferRelativeResize="0"/>
          <p:nvPr/>
        </p:nvPicPr>
        <p:blipFill rotWithShape="1">
          <a:blip r:embed="rId3">
            <a:alphaModFix/>
          </a:blip>
          <a:srcRect l="16755" r="16755"/>
          <a:stretch/>
        </p:blipFill>
        <p:spPr>
          <a:xfrm>
            <a:off x="9137874" y="1137700"/>
            <a:ext cx="7435500" cy="7434900"/>
          </a:xfrm>
          <a:prstGeom prst="ellipse">
            <a:avLst/>
          </a:prstGeom>
          <a:noFill/>
          <a:ln>
            <a:noFill/>
          </a:ln>
        </p:spPr>
      </p:pic>
      <p:sp>
        <p:nvSpPr>
          <p:cNvPr id="83" name="Google Shape;83;p13"/>
          <p:cNvSpPr txBox="1">
            <a:spLocks noGrp="1"/>
          </p:cNvSpPr>
          <p:nvPr>
            <p:ph type="ctrTitle"/>
          </p:nvPr>
        </p:nvSpPr>
        <p:spPr>
          <a:xfrm>
            <a:off x="1142750" y="1486600"/>
            <a:ext cx="6858000" cy="12888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2000"/>
              <a:buNone/>
            </a:pPr>
            <a:r>
              <a:rPr lang="en" sz="5200" dirty="0">
                <a:solidFill>
                  <a:schemeClr val="lt1"/>
                </a:solidFill>
                <a:latin typeface="Figtree Medium"/>
                <a:ea typeface="Figtree Medium"/>
                <a:cs typeface="Figtree Medium"/>
                <a:sym typeface="Figtree Medium"/>
              </a:rPr>
              <a:t>Plan de Trabajo</a:t>
            </a:r>
            <a:endParaRPr sz="5200" dirty="0">
              <a:solidFill>
                <a:schemeClr val="lt1"/>
              </a:solidFill>
              <a:latin typeface="Figtree Medium"/>
              <a:ea typeface="Figtree Medium"/>
              <a:cs typeface="Figtree Medium"/>
              <a:sym typeface="Figtree Medium"/>
            </a:endParaRPr>
          </a:p>
        </p:txBody>
      </p:sp>
      <p:sp>
        <p:nvSpPr>
          <p:cNvPr id="84" name="Google Shape;84;p13"/>
          <p:cNvSpPr txBox="1">
            <a:spLocks noGrp="1"/>
          </p:cNvSpPr>
          <p:nvPr>
            <p:ph type="ctrTitle" idx="2"/>
          </p:nvPr>
        </p:nvSpPr>
        <p:spPr>
          <a:xfrm>
            <a:off x="1188720" y="560900"/>
            <a:ext cx="8572800" cy="6858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SzPts val="2000"/>
              <a:buNone/>
            </a:pPr>
            <a:r>
              <a:rPr lang="en" sz="1800">
                <a:solidFill>
                  <a:schemeClr val="lt1"/>
                </a:solidFill>
                <a:latin typeface="Figtree Medium"/>
                <a:ea typeface="Figtree Medium"/>
                <a:cs typeface="Figtree Medium"/>
                <a:sym typeface="Figtree Medium"/>
              </a:rPr>
              <a:t>Propuesta Comercial </a:t>
            </a:r>
            <a:endParaRPr sz="1800">
              <a:solidFill>
                <a:schemeClr val="lt1"/>
              </a:solidFill>
              <a:latin typeface="Figtree Medium"/>
              <a:ea typeface="Figtree Medium"/>
              <a:cs typeface="Figtree Medium"/>
              <a:sym typeface="Figtree Medium"/>
            </a:endParaRPr>
          </a:p>
          <a:p>
            <a:pPr marL="0" lvl="0" indent="0" algn="l" rtl="0">
              <a:lnSpc>
                <a:spcPct val="115000"/>
              </a:lnSpc>
              <a:spcBef>
                <a:spcPts val="0"/>
              </a:spcBef>
              <a:spcAft>
                <a:spcPts val="0"/>
              </a:spcAft>
              <a:buSzPts val="2000"/>
              <a:buNone/>
            </a:pPr>
            <a:r>
              <a:rPr lang="en" sz="1800">
                <a:solidFill>
                  <a:schemeClr val="accent5"/>
                </a:solidFill>
                <a:latin typeface="Figtree Light"/>
                <a:ea typeface="Figtree Light"/>
                <a:cs typeface="Figtree Light"/>
                <a:sym typeface="Figtree Light"/>
              </a:rPr>
              <a:t>Servicios de Consultoría</a:t>
            </a:r>
            <a:endParaRPr sz="1800">
              <a:solidFill>
                <a:schemeClr val="accent5"/>
              </a:solidFill>
              <a:latin typeface="Figtree Light"/>
              <a:ea typeface="Figtree Light"/>
              <a:cs typeface="Figtree Light"/>
              <a:sym typeface="Figtree Light"/>
            </a:endParaRPr>
          </a:p>
        </p:txBody>
      </p:sp>
      <p:sp>
        <p:nvSpPr>
          <p:cNvPr id="85" name="Google Shape;85;p13"/>
          <p:cNvSpPr txBox="1">
            <a:spLocks noGrp="1"/>
          </p:cNvSpPr>
          <p:nvPr>
            <p:ph type="ctrTitle" idx="3"/>
          </p:nvPr>
        </p:nvSpPr>
        <p:spPr>
          <a:xfrm>
            <a:off x="1142750" y="3282504"/>
            <a:ext cx="7844088" cy="6164084"/>
          </a:xfrm>
          <a:prstGeom prst="rect">
            <a:avLst/>
          </a:prstGeom>
          <a:noFill/>
          <a:ln>
            <a:noFill/>
          </a:ln>
        </p:spPr>
        <p:txBody>
          <a:bodyPr spcFirstLastPara="1" wrap="square" lIns="0" tIns="0" rIns="0" bIns="0" anchor="t" anchorCtr="0">
            <a:noAutofit/>
          </a:bodyPr>
          <a:lstStyle/>
          <a:p>
            <a:pPr lvl="0" algn="l" rtl="0">
              <a:lnSpc>
                <a:spcPct val="130000"/>
              </a:lnSpc>
              <a:spcBef>
                <a:spcPts val="0"/>
              </a:spcBef>
              <a:spcAft>
                <a:spcPts val="0"/>
              </a:spcAft>
              <a:buSzPts val="2000"/>
            </a:pPr>
            <a:r>
              <a:rPr lang="es-ES" sz="2000" dirty="0">
                <a:solidFill>
                  <a:schemeClr val="lt1"/>
                </a:solidFill>
                <a:latin typeface="Figtree Light"/>
                <a:ea typeface="Figtree Light"/>
                <a:cs typeface="Figtree Light"/>
                <a:sym typeface="Figtree Light"/>
              </a:rPr>
              <a:t>El proyecto se desarrollará en un esquema inicial que incluye la etapa de Relevamiento detallado +  cuatro (4) etapas mensuales, cada una con un entregable formal para ir validando el avance del desarrollo del sistema.</a:t>
            </a:r>
            <a:br>
              <a:rPr lang="es-ES" sz="2000" dirty="0">
                <a:solidFill>
                  <a:schemeClr val="lt1"/>
                </a:solidFill>
                <a:latin typeface="Figtree Light"/>
                <a:ea typeface="Figtree Light"/>
                <a:cs typeface="Figtree Light"/>
                <a:sym typeface="Figtree Light"/>
              </a:rPr>
            </a:br>
            <a:br>
              <a:rPr lang="es-ES" sz="2000" dirty="0">
                <a:solidFill>
                  <a:schemeClr val="lt1"/>
                </a:solidFill>
                <a:latin typeface="Figtree Light"/>
                <a:ea typeface="Figtree Light"/>
                <a:cs typeface="Figtree Light"/>
                <a:sym typeface="Figtree Light"/>
              </a:rPr>
            </a:br>
            <a:r>
              <a:rPr lang="es-ES" sz="2000" dirty="0">
                <a:solidFill>
                  <a:schemeClr val="lt1"/>
                </a:solidFill>
                <a:latin typeface="Figtree Light"/>
                <a:ea typeface="Figtree Light"/>
                <a:cs typeface="Figtree Light"/>
                <a:sym typeface="Figtree Light"/>
              </a:rPr>
              <a:t>De esta manera, el valor no se concentra únicamente en la entrega final, sino que se construye y valida de forma continua durante todo el proceso.</a:t>
            </a:r>
            <a:br>
              <a:rPr lang="es-ES" sz="2000" dirty="0">
                <a:solidFill>
                  <a:schemeClr val="lt1"/>
                </a:solidFill>
                <a:latin typeface="Figtree Light"/>
                <a:ea typeface="Figtree Light"/>
                <a:cs typeface="Figtree Light"/>
                <a:sym typeface="Figtree Light"/>
              </a:rPr>
            </a:br>
            <a:br>
              <a:rPr lang="es-ES" sz="2000" dirty="0">
                <a:solidFill>
                  <a:schemeClr val="lt1"/>
                </a:solidFill>
                <a:latin typeface="Figtree Light"/>
                <a:ea typeface="Figtree Light"/>
                <a:cs typeface="Figtree Light"/>
                <a:sym typeface="Figtree Light"/>
              </a:rPr>
            </a:br>
            <a:r>
              <a:rPr lang="es-ES" sz="2000" dirty="0">
                <a:solidFill>
                  <a:schemeClr val="lt1"/>
                </a:solidFill>
                <a:latin typeface="Figtree Light"/>
                <a:ea typeface="Figtree Light"/>
                <a:cs typeface="Figtree Light"/>
                <a:sym typeface="Figtree Light"/>
              </a:rPr>
              <a:t>Una vez confirmada la fecha de inicio del proyecto, se realizará la reunión de Kick-Off, que marcará el comienzo oficial de ejecución.</a:t>
            </a:r>
          </a:p>
        </p:txBody>
      </p:sp>
      <p:sp>
        <p:nvSpPr>
          <p:cNvPr id="86" name="Google Shape;86;p13"/>
          <p:cNvSpPr/>
          <p:nvPr/>
        </p:nvSpPr>
        <p:spPr>
          <a:xfrm>
            <a:off x="1183118" y="3015302"/>
            <a:ext cx="2834700" cy="27300"/>
          </a:xfrm>
          <a:prstGeom prst="rect">
            <a:avLst/>
          </a:prstGeom>
          <a:gradFill>
            <a:gsLst>
              <a:gs pos="0">
                <a:srgbClr val="ED004F">
                  <a:alpha val="83800"/>
                </a:srgbClr>
              </a:gs>
              <a:gs pos="100000">
                <a:srgbClr val="3079FF">
                  <a:alpha val="83800"/>
                </a:srgbClr>
              </a:gs>
            </a:gsLst>
            <a:lin ang="0" scaled="0"/>
          </a:gra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5"/>
          <p:cNvSpPr txBox="1">
            <a:spLocks noGrp="1"/>
          </p:cNvSpPr>
          <p:nvPr>
            <p:ph type="ctrTitle"/>
          </p:nvPr>
        </p:nvSpPr>
        <p:spPr>
          <a:xfrm>
            <a:off x="1143000" y="5559899"/>
            <a:ext cx="4129088" cy="4441351"/>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chemeClr val="dk1"/>
              </a:buClr>
              <a:buSzPts val="2000"/>
              <a:buFont typeface="Arial"/>
              <a:buNone/>
            </a:pPr>
            <a:r>
              <a:rPr lang="en" sz="1700" b="1" dirty="0">
                <a:solidFill>
                  <a:schemeClr val="dk1"/>
                </a:solidFill>
                <a:latin typeface="Figtree Medium"/>
                <a:ea typeface="Figtree Medium"/>
                <a:cs typeface="Figtree Medium"/>
                <a:sym typeface="Figtree Medium"/>
              </a:rPr>
              <a:t>Mes 1 -  Relevamiento</a:t>
            </a:r>
            <a:br>
              <a:rPr lang="en" sz="1700" b="1" dirty="0">
                <a:solidFill>
                  <a:schemeClr val="dk1"/>
                </a:solidFill>
                <a:latin typeface="Figtree Medium"/>
                <a:ea typeface="Figtree Medium"/>
                <a:cs typeface="Figtree Medium"/>
                <a:sym typeface="Figtree Medium"/>
              </a:rPr>
            </a:br>
            <a:endParaRPr sz="1700" b="1" dirty="0">
              <a:solidFill>
                <a:schemeClr val="dk1"/>
              </a:solidFill>
              <a:latin typeface="Figtree Medium"/>
              <a:ea typeface="Figtree Medium"/>
              <a:cs typeface="Figtree Medium"/>
              <a:sym typeface="Figtree Medium"/>
            </a:endParaRPr>
          </a:p>
          <a:p>
            <a:pPr marL="0" lvl="0" indent="0" algn="l" rtl="0">
              <a:lnSpc>
                <a:spcPct val="115000"/>
              </a:lnSpc>
              <a:spcBef>
                <a:spcPts val="0"/>
              </a:spcBef>
              <a:spcAft>
                <a:spcPts val="0"/>
              </a:spcAft>
              <a:buClr>
                <a:schemeClr val="dk1"/>
              </a:buClr>
              <a:buSzPts val="2000"/>
              <a:buFont typeface="Arial"/>
              <a:buNone/>
            </a:pPr>
            <a:r>
              <a:rPr lang="es-ES" sz="1700" dirty="0">
                <a:solidFill>
                  <a:schemeClr val="dk1"/>
                </a:solidFill>
                <a:latin typeface="Figtree Light"/>
                <a:ea typeface="Figtree Light"/>
                <a:cs typeface="Figtree Light"/>
                <a:sym typeface="Figtree Light"/>
              </a:rPr>
              <a:t>Durante el primer mes se llevará adelante la etapa de relevamiento, análisis y refinamiento conjunto con el Product Owner.</a:t>
            </a: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Como resultado se entregará:</a:t>
            </a:r>
            <a:br>
              <a:rPr lang="es-ES" sz="1700" dirty="0">
                <a:solidFill>
                  <a:schemeClr val="dk1"/>
                </a:solidFill>
                <a:latin typeface="Figtree Light"/>
                <a:ea typeface="Figtree Light"/>
                <a:cs typeface="Figtree Light"/>
                <a:sym typeface="Figtree Light"/>
              </a:rPr>
            </a:b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 Documento funcional detallado</a:t>
            </a: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 Definición de flujos de negocio</a:t>
            </a: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 Modelo conceptual de datos</a:t>
            </a: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 Alcance validado y priorizado</a:t>
            </a: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 Arquitectura de alto nivel</a:t>
            </a:r>
            <a:br>
              <a:rPr lang="es-ES" sz="1700" dirty="0">
                <a:solidFill>
                  <a:schemeClr val="dk1"/>
                </a:solidFill>
                <a:latin typeface="Figtree Light"/>
                <a:ea typeface="Figtree Light"/>
                <a:cs typeface="Figtree Light"/>
                <a:sym typeface="Figtree Light"/>
              </a:rPr>
            </a:br>
            <a:endParaRPr sz="1800" b="1" dirty="0">
              <a:latin typeface="Figtree"/>
              <a:ea typeface="Figtree"/>
              <a:cs typeface="Figtree"/>
              <a:sym typeface="Figtree"/>
            </a:endParaRPr>
          </a:p>
        </p:txBody>
      </p:sp>
      <p:sp>
        <p:nvSpPr>
          <p:cNvPr id="108" name="Google Shape;108;p15"/>
          <p:cNvSpPr txBox="1">
            <a:spLocks noGrp="1"/>
          </p:cNvSpPr>
          <p:nvPr>
            <p:ph type="ctrTitle" idx="2"/>
          </p:nvPr>
        </p:nvSpPr>
        <p:spPr>
          <a:xfrm>
            <a:off x="5430274" y="5559900"/>
            <a:ext cx="4013763" cy="30126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chemeClr val="dk1"/>
              </a:buClr>
              <a:buSzPts val="2000"/>
              <a:buFont typeface="Arial"/>
              <a:buNone/>
            </a:pPr>
            <a:r>
              <a:rPr lang="en" sz="1700" b="1" dirty="0">
                <a:solidFill>
                  <a:schemeClr val="dk1"/>
                </a:solidFill>
                <a:latin typeface="Figtree Medium"/>
                <a:ea typeface="Figtree Medium"/>
                <a:cs typeface="Figtree Medium"/>
                <a:sym typeface="Figtree Medium"/>
              </a:rPr>
              <a:t>Mes 2 – Primera Versión Operativa</a:t>
            </a:r>
            <a:br>
              <a:rPr lang="en" sz="1700" dirty="0">
                <a:solidFill>
                  <a:schemeClr val="dk1"/>
                </a:solidFill>
                <a:latin typeface="Figtree Medium"/>
                <a:ea typeface="Figtree Medium"/>
                <a:cs typeface="Figtree Medium"/>
                <a:sym typeface="Figtree Medium"/>
              </a:rPr>
            </a:br>
            <a:endParaRPr sz="1700" dirty="0">
              <a:solidFill>
                <a:schemeClr val="dk1"/>
              </a:solidFill>
              <a:latin typeface="Figtree Medium"/>
              <a:ea typeface="Figtree Medium"/>
              <a:cs typeface="Figtree Medium"/>
              <a:sym typeface="Figtree Medium"/>
            </a:endParaRPr>
          </a:p>
          <a:p>
            <a:pPr marL="0" lvl="0" indent="0" algn="l" rtl="0">
              <a:lnSpc>
                <a:spcPct val="115000"/>
              </a:lnSpc>
              <a:spcBef>
                <a:spcPts val="0"/>
              </a:spcBef>
              <a:spcAft>
                <a:spcPts val="0"/>
              </a:spcAft>
              <a:buClr>
                <a:schemeClr val="dk1"/>
              </a:buClr>
              <a:buSzPts val="2000"/>
              <a:buFont typeface="Arial"/>
              <a:buNone/>
            </a:pPr>
            <a:r>
              <a:rPr lang="es-ES" sz="1700" dirty="0">
                <a:solidFill>
                  <a:schemeClr val="dk1"/>
                </a:solidFill>
                <a:latin typeface="Figtree Light"/>
                <a:ea typeface="Figtree Light"/>
                <a:cs typeface="Figtree Light"/>
                <a:sym typeface="Figtree Light"/>
              </a:rPr>
              <a:t>Se entregará una primera versión funcional de la plataforma, con los principales circuitos operativos definidos en la etapa anterior.</a:t>
            </a:r>
            <a:br>
              <a:rPr lang="es-ES" sz="1700" dirty="0">
                <a:solidFill>
                  <a:schemeClr val="dk1"/>
                </a:solidFill>
                <a:latin typeface="Figtree Light"/>
                <a:ea typeface="Figtree Light"/>
                <a:cs typeface="Figtree Light"/>
                <a:sym typeface="Figtree Light"/>
              </a:rPr>
            </a:b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El objetivo de esta instancia es comenzar a materializar la solución y permitir validaciones tempranas sobre la experiencia de uso y los procesos clave.</a:t>
            </a: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	</a:t>
            </a:r>
            <a:endParaRPr sz="1800" b="1" dirty="0">
              <a:latin typeface="Figtree"/>
              <a:ea typeface="Figtree"/>
              <a:cs typeface="Figtree"/>
              <a:sym typeface="Figtree"/>
            </a:endParaRPr>
          </a:p>
        </p:txBody>
      </p:sp>
      <p:sp>
        <p:nvSpPr>
          <p:cNvPr id="109" name="Google Shape;109;p15"/>
          <p:cNvSpPr txBox="1">
            <a:spLocks noGrp="1"/>
          </p:cNvSpPr>
          <p:nvPr>
            <p:ph type="ctrTitle" idx="3"/>
          </p:nvPr>
        </p:nvSpPr>
        <p:spPr>
          <a:xfrm>
            <a:off x="9719699" y="5559900"/>
            <a:ext cx="3796275" cy="30126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chemeClr val="dk1"/>
              </a:buClr>
              <a:buSzPts val="2000"/>
              <a:buFont typeface="Arial"/>
              <a:buNone/>
            </a:pPr>
            <a:r>
              <a:rPr lang="en" sz="1700" b="1" dirty="0">
                <a:solidFill>
                  <a:schemeClr val="dk1"/>
                </a:solidFill>
                <a:latin typeface="Figtree Medium"/>
                <a:ea typeface="Figtree Medium"/>
                <a:cs typeface="Figtree Medium"/>
                <a:sym typeface="Figtree Medium"/>
              </a:rPr>
              <a:t>Mes 3 -  </a:t>
            </a:r>
            <a:r>
              <a:rPr lang="es-ES" sz="1700" b="1" dirty="0">
                <a:solidFill>
                  <a:schemeClr val="dk1"/>
                </a:solidFill>
                <a:latin typeface="Figtree Medium"/>
                <a:ea typeface="Figtree Medium"/>
                <a:cs typeface="Figtree Medium"/>
                <a:sym typeface="Figtree Medium"/>
              </a:rPr>
              <a:t>Versión Evolucionada y Consolidación del Core.</a:t>
            </a:r>
            <a:br>
              <a:rPr lang="es-ES" sz="1700" dirty="0">
                <a:solidFill>
                  <a:schemeClr val="dk1"/>
                </a:solidFill>
                <a:latin typeface="Figtree Medium"/>
                <a:ea typeface="Figtree Medium"/>
                <a:cs typeface="Figtree Medium"/>
                <a:sym typeface="Figtree Medium"/>
              </a:rPr>
            </a:br>
            <a:endParaRPr sz="1700" dirty="0">
              <a:solidFill>
                <a:schemeClr val="dk1"/>
              </a:solidFill>
              <a:latin typeface="Figtree Medium"/>
              <a:ea typeface="Figtree Medium"/>
              <a:cs typeface="Figtree Medium"/>
              <a:sym typeface="Figtree Medium"/>
            </a:endParaRPr>
          </a:p>
          <a:p>
            <a:pPr marL="0" lvl="0" indent="0" algn="l" rtl="0">
              <a:lnSpc>
                <a:spcPct val="115000"/>
              </a:lnSpc>
              <a:spcBef>
                <a:spcPts val="0"/>
              </a:spcBef>
              <a:spcAft>
                <a:spcPts val="0"/>
              </a:spcAft>
              <a:buClr>
                <a:schemeClr val="dk1"/>
              </a:buClr>
              <a:buSzPts val="2000"/>
              <a:buFont typeface="Arial"/>
              <a:buNone/>
            </a:pPr>
            <a:r>
              <a:rPr lang="es-ES" sz="1700" dirty="0">
                <a:solidFill>
                  <a:schemeClr val="dk1"/>
                </a:solidFill>
                <a:latin typeface="Figtree Light"/>
                <a:ea typeface="Figtree Light"/>
                <a:cs typeface="Figtree Light"/>
                <a:sym typeface="Figtree Light"/>
              </a:rPr>
              <a:t>Se ampliará la solución incorporando nuevos circuitos y consolidando la lógica central del sistema.</a:t>
            </a:r>
            <a:br>
              <a:rPr lang="es-ES" sz="1700" dirty="0">
                <a:solidFill>
                  <a:schemeClr val="dk1"/>
                </a:solidFill>
                <a:latin typeface="Figtree Light"/>
                <a:ea typeface="Figtree Light"/>
                <a:cs typeface="Figtree Light"/>
                <a:sym typeface="Figtree Light"/>
              </a:rPr>
            </a:b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En esta etapa la plataforma comenzará a reflejar su funcionamiento integral, permitiendo pruebas más completas y ajustes.</a:t>
            </a:r>
            <a:br>
              <a:rPr lang="es-ES" sz="1700" dirty="0">
                <a:solidFill>
                  <a:schemeClr val="dk1"/>
                </a:solidFill>
                <a:latin typeface="Figtree Light"/>
                <a:ea typeface="Figtree Light"/>
                <a:cs typeface="Figtree Light"/>
                <a:sym typeface="Figtree Light"/>
              </a:rPr>
            </a:br>
            <a:endParaRPr sz="1800" b="1" dirty="0">
              <a:latin typeface="Figtree"/>
              <a:ea typeface="Figtree"/>
              <a:cs typeface="Figtree"/>
              <a:sym typeface="Figtree"/>
            </a:endParaRPr>
          </a:p>
        </p:txBody>
      </p:sp>
      <p:sp>
        <p:nvSpPr>
          <p:cNvPr id="110" name="Google Shape;110;p15"/>
          <p:cNvSpPr txBox="1">
            <a:spLocks noGrp="1"/>
          </p:cNvSpPr>
          <p:nvPr>
            <p:ph type="ctrTitle" idx="4"/>
          </p:nvPr>
        </p:nvSpPr>
        <p:spPr>
          <a:xfrm>
            <a:off x="14006949" y="5555670"/>
            <a:ext cx="4129087" cy="30126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chemeClr val="dk1"/>
              </a:buClr>
              <a:buSzPts val="2000"/>
              <a:buFont typeface="Arial"/>
              <a:buNone/>
            </a:pPr>
            <a:r>
              <a:rPr lang="en" sz="1700" b="1" dirty="0">
                <a:solidFill>
                  <a:schemeClr val="dk1"/>
                </a:solidFill>
                <a:latin typeface="Figtree Medium"/>
                <a:ea typeface="Figtree Medium"/>
                <a:cs typeface="Figtree Medium"/>
                <a:sym typeface="Figtree Medium"/>
              </a:rPr>
              <a:t>Mes 4 - </a:t>
            </a:r>
            <a:r>
              <a:rPr lang="es-ES" sz="1700" b="1" dirty="0">
                <a:solidFill>
                  <a:schemeClr val="dk1"/>
                </a:solidFill>
                <a:latin typeface="Figtree Medium"/>
                <a:ea typeface="Figtree Medium"/>
                <a:cs typeface="Figtree Medium"/>
                <a:sym typeface="Figtree Medium"/>
              </a:rPr>
              <a:t>Producto Completo y Preparado para Go-Live</a:t>
            </a:r>
            <a:br>
              <a:rPr lang="es-ES" sz="1700" dirty="0">
                <a:solidFill>
                  <a:schemeClr val="dk1"/>
                </a:solidFill>
                <a:latin typeface="Figtree Medium"/>
                <a:ea typeface="Figtree Medium"/>
                <a:cs typeface="Figtree Medium"/>
                <a:sym typeface="Figtree Medium"/>
              </a:rPr>
            </a:br>
            <a:endParaRPr sz="1700" dirty="0">
              <a:solidFill>
                <a:schemeClr val="dk1"/>
              </a:solidFill>
              <a:latin typeface="Figtree Medium"/>
              <a:ea typeface="Figtree Medium"/>
              <a:cs typeface="Figtree Medium"/>
              <a:sym typeface="Figtree Medium"/>
            </a:endParaRPr>
          </a:p>
          <a:p>
            <a:pPr marL="0" lvl="0" indent="0" algn="l" rtl="0">
              <a:lnSpc>
                <a:spcPct val="115000"/>
              </a:lnSpc>
              <a:spcBef>
                <a:spcPts val="0"/>
              </a:spcBef>
              <a:spcAft>
                <a:spcPts val="0"/>
              </a:spcAft>
              <a:buClr>
                <a:schemeClr val="dk1"/>
              </a:buClr>
              <a:buSzPts val="2000"/>
              <a:buFont typeface="Arial"/>
              <a:buNone/>
            </a:pPr>
            <a:r>
              <a:rPr lang="es-ES" sz="1700" dirty="0">
                <a:solidFill>
                  <a:schemeClr val="dk1"/>
                </a:solidFill>
                <a:latin typeface="Figtree Light"/>
                <a:ea typeface="Figtree Light"/>
                <a:cs typeface="Figtree Light"/>
                <a:sym typeface="Figtree Light"/>
              </a:rPr>
              <a:t>Se entregará la versión final del producto con:</a:t>
            </a:r>
            <a:br>
              <a:rPr lang="es-ES" sz="1700" dirty="0">
                <a:solidFill>
                  <a:schemeClr val="dk1"/>
                </a:solidFill>
                <a:latin typeface="Figtree Light"/>
                <a:ea typeface="Figtree Light"/>
                <a:cs typeface="Figtree Light"/>
                <a:sym typeface="Figtree Light"/>
              </a:rPr>
            </a:b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 Circuitos funcionales completos</a:t>
            </a: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 Seguridad y performance ajustadas</a:t>
            </a: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 Reportes y dashboards operativos</a:t>
            </a: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 Configuración productiva</a:t>
            </a:r>
            <a:br>
              <a:rPr lang="es-ES" sz="1700" dirty="0">
                <a:solidFill>
                  <a:schemeClr val="dk1"/>
                </a:solidFill>
                <a:latin typeface="Figtree Light"/>
                <a:ea typeface="Figtree Light"/>
                <a:cs typeface="Figtree Light"/>
                <a:sym typeface="Figtree Light"/>
              </a:rPr>
            </a:br>
            <a:r>
              <a:rPr lang="es-ES" sz="1700" dirty="0">
                <a:solidFill>
                  <a:schemeClr val="dk1"/>
                </a:solidFill>
                <a:latin typeface="Figtree Light"/>
                <a:ea typeface="Figtree Light"/>
                <a:cs typeface="Figtree Light"/>
                <a:sym typeface="Figtree Light"/>
              </a:rPr>
              <a:t>.- Preparación para salida a producción</a:t>
            </a:r>
            <a:br>
              <a:rPr lang="es-ES" sz="1700" dirty="0">
                <a:solidFill>
                  <a:schemeClr val="dk1"/>
                </a:solidFill>
                <a:latin typeface="Figtree Light"/>
                <a:ea typeface="Figtree Light"/>
                <a:cs typeface="Figtree Light"/>
                <a:sym typeface="Figtree Light"/>
              </a:rPr>
            </a:br>
            <a:endParaRPr sz="1800" b="1" dirty="0">
              <a:latin typeface="Figtree"/>
              <a:ea typeface="Figtree"/>
              <a:cs typeface="Figtree"/>
              <a:sym typeface="Figtree"/>
            </a:endParaRPr>
          </a:p>
        </p:txBody>
      </p:sp>
      <p:sp>
        <p:nvSpPr>
          <p:cNvPr id="112" name="Google Shape;112;p15"/>
          <p:cNvSpPr txBox="1">
            <a:spLocks noGrp="1"/>
          </p:cNvSpPr>
          <p:nvPr>
            <p:ph type="ctrTitle" idx="6"/>
          </p:nvPr>
        </p:nvSpPr>
        <p:spPr>
          <a:xfrm>
            <a:off x="1143000" y="1714500"/>
            <a:ext cx="16563000" cy="18786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2000"/>
              <a:buNone/>
            </a:pPr>
            <a:r>
              <a:rPr lang="es-AR" sz="5200" b="1" dirty="0">
                <a:solidFill>
                  <a:schemeClr val="dk1"/>
                </a:solidFill>
                <a:latin typeface="Figtree"/>
                <a:ea typeface="Figtree"/>
                <a:cs typeface="Figtree"/>
                <a:sym typeface="Figtree"/>
              </a:rPr>
              <a:t>Cronograma de Entregables</a:t>
            </a:r>
            <a:endParaRPr sz="5200" b="1" dirty="0">
              <a:solidFill>
                <a:schemeClr val="dk1"/>
              </a:solidFill>
              <a:latin typeface="Figtree"/>
              <a:ea typeface="Figtree"/>
              <a:cs typeface="Figtree"/>
              <a:sym typeface="Figtree"/>
            </a:endParaRPr>
          </a:p>
          <a:p>
            <a:pPr marL="0" lvl="0" indent="0" algn="l" rtl="0">
              <a:lnSpc>
                <a:spcPct val="90000"/>
              </a:lnSpc>
              <a:spcBef>
                <a:spcPts val="0"/>
              </a:spcBef>
              <a:spcAft>
                <a:spcPts val="0"/>
              </a:spcAft>
              <a:buSzPts val="2000"/>
              <a:buNone/>
            </a:pPr>
            <a:endParaRPr sz="5200" b="1" dirty="0">
              <a:solidFill>
                <a:srgbClr val="0000FF"/>
              </a:solidFill>
              <a:latin typeface="Figtree"/>
              <a:ea typeface="Figtree"/>
              <a:cs typeface="Figtree"/>
              <a:sym typeface="Figtree"/>
            </a:endParaRPr>
          </a:p>
        </p:txBody>
      </p:sp>
      <p:sp>
        <p:nvSpPr>
          <p:cNvPr id="113" name="Google Shape;113;p15"/>
          <p:cNvSpPr txBox="1">
            <a:spLocks noGrp="1"/>
          </p:cNvSpPr>
          <p:nvPr>
            <p:ph type="ctrTitle" idx="7"/>
          </p:nvPr>
        </p:nvSpPr>
        <p:spPr>
          <a:xfrm>
            <a:off x="1188720" y="560900"/>
            <a:ext cx="8572800" cy="6858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SzPts val="2000"/>
              <a:buNone/>
            </a:pPr>
            <a:r>
              <a:rPr lang="en" sz="1800">
                <a:solidFill>
                  <a:schemeClr val="accent1"/>
                </a:solidFill>
                <a:latin typeface="Figtree Medium"/>
                <a:ea typeface="Figtree Medium"/>
                <a:cs typeface="Figtree Medium"/>
                <a:sym typeface="Figtree Medium"/>
              </a:rPr>
              <a:t>Propuesta Comercial </a:t>
            </a:r>
            <a:endParaRPr sz="1800">
              <a:solidFill>
                <a:schemeClr val="accent1"/>
              </a:solidFill>
              <a:latin typeface="Figtree Medium"/>
              <a:ea typeface="Figtree Medium"/>
              <a:cs typeface="Figtree Medium"/>
              <a:sym typeface="Figtree Medium"/>
            </a:endParaRPr>
          </a:p>
          <a:p>
            <a:pPr marL="0" lvl="0" indent="0" algn="l" rtl="0">
              <a:lnSpc>
                <a:spcPct val="115000"/>
              </a:lnSpc>
              <a:spcBef>
                <a:spcPts val="0"/>
              </a:spcBef>
              <a:spcAft>
                <a:spcPts val="0"/>
              </a:spcAft>
              <a:buSzPts val="2000"/>
              <a:buNone/>
            </a:pPr>
            <a:r>
              <a:rPr lang="en" sz="1800">
                <a:latin typeface="Figtree Light"/>
                <a:ea typeface="Figtree Light"/>
                <a:cs typeface="Figtree Light"/>
                <a:sym typeface="Figtree Light"/>
              </a:rPr>
              <a:t>Servicios de Consultoría </a:t>
            </a:r>
            <a:endParaRPr sz="1800">
              <a:latin typeface="Figtree Light"/>
              <a:ea typeface="Figtree Light"/>
              <a:cs typeface="Figtree Light"/>
              <a:sym typeface="Figtree Light"/>
            </a:endParaRPr>
          </a:p>
        </p:txBody>
      </p:sp>
      <p:sp>
        <p:nvSpPr>
          <p:cNvPr id="114" name="Google Shape;114;p15"/>
          <p:cNvSpPr/>
          <p:nvPr/>
        </p:nvSpPr>
        <p:spPr>
          <a:xfrm>
            <a:off x="1143000" y="3429030"/>
            <a:ext cx="1718700" cy="17187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5"/>
          <p:cNvSpPr/>
          <p:nvPr/>
        </p:nvSpPr>
        <p:spPr>
          <a:xfrm>
            <a:off x="5430275" y="3429030"/>
            <a:ext cx="1718700" cy="17187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5"/>
          <p:cNvSpPr/>
          <p:nvPr/>
        </p:nvSpPr>
        <p:spPr>
          <a:xfrm>
            <a:off x="9717550" y="3429030"/>
            <a:ext cx="1718700" cy="17187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5"/>
          <p:cNvSpPr/>
          <p:nvPr/>
        </p:nvSpPr>
        <p:spPr>
          <a:xfrm>
            <a:off x="14004825" y="3424800"/>
            <a:ext cx="1718700" cy="17187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14"/>
          <p:cNvSpPr txBox="1">
            <a:spLocks noGrp="1"/>
          </p:cNvSpPr>
          <p:nvPr>
            <p:ph type="ctrTitle" idx="2"/>
          </p:nvPr>
        </p:nvSpPr>
        <p:spPr>
          <a:xfrm>
            <a:off x="13253549" y="5548026"/>
            <a:ext cx="3662851" cy="3012600"/>
          </a:xfrm>
          <a:prstGeom prst="rect">
            <a:avLst/>
          </a:prstGeom>
          <a:noFill/>
          <a:ln>
            <a:noFill/>
          </a:ln>
        </p:spPr>
        <p:txBody>
          <a:bodyPr spcFirstLastPara="1" wrap="square" lIns="0" tIns="0" rIns="0" bIns="0" anchor="t" anchorCtr="0">
            <a:noAutofit/>
          </a:bodyPr>
          <a:lstStyle/>
          <a:p>
            <a:pPr algn="ctr">
              <a:lnSpc>
                <a:spcPct val="115000"/>
              </a:lnSpc>
              <a:buSzPts val="2000"/>
            </a:pPr>
            <a:r>
              <a:rPr lang="es-ES" sz="2800" dirty="0">
                <a:latin typeface="Figtree Medium"/>
              </a:rPr>
              <a:t>Inversión mensual de mantenimiento:</a:t>
            </a:r>
            <a:br>
              <a:rPr lang="es-ES" sz="2800" dirty="0">
                <a:latin typeface="Figtree Medium"/>
              </a:rPr>
            </a:br>
            <a:br>
              <a:rPr lang="es-ES" sz="2800" dirty="0">
                <a:latin typeface="Figtree Medium"/>
              </a:rPr>
            </a:br>
            <a:r>
              <a:rPr lang="es-ES" sz="2800" dirty="0">
                <a:latin typeface="Figtree Medium"/>
              </a:rPr>
              <a:t>US$ 45 x 200 hs. = </a:t>
            </a:r>
            <a:r>
              <a:rPr lang="es-ES" sz="2800" b="1" dirty="0">
                <a:latin typeface="Figtree Medium"/>
              </a:rPr>
              <a:t>US$ 9000 (x mes)</a:t>
            </a:r>
            <a:br>
              <a:rPr lang="es-ES" sz="2800" b="1" dirty="0">
                <a:latin typeface="Figtree Medium"/>
              </a:rPr>
            </a:br>
            <a:br>
              <a:rPr lang="es-ES" sz="2800" b="1" dirty="0">
                <a:latin typeface="Figtree Medium"/>
              </a:rPr>
            </a:br>
            <a:endParaRPr sz="2800" b="1" dirty="0">
              <a:latin typeface="Figtree Medium"/>
              <a:sym typeface="Figtree"/>
            </a:endParaRPr>
          </a:p>
        </p:txBody>
      </p:sp>
      <p:sp>
        <p:nvSpPr>
          <p:cNvPr id="93" name="Google Shape;93;p14"/>
          <p:cNvSpPr txBox="1">
            <a:spLocks noGrp="1"/>
          </p:cNvSpPr>
          <p:nvPr>
            <p:ph type="ctrTitle" idx="3"/>
          </p:nvPr>
        </p:nvSpPr>
        <p:spPr>
          <a:xfrm>
            <a:off x="8000999" y="5559900"/>
            <a:ext cx="3914775" cy="3012600"/>
          </a:xfrm>
          <a:prstGeom prst="rect">
            <a:avLst/>
          </a:prstGeom>
          <a:noFill/>
          <a:ln>
            <a:noFill/>
          </a:ln>
        </p:spPr>
        <p:txBody>
          <a:bodyPr spcFirstLastPara="1" wrap="square" lIns="0" tIns="0" rIns="0" bIns="0" anchor="t" anchorCtr="0">
            <a:noAutofit/>
          </a:bodyPr>
          <a:lstStyle/>
          <a:p>
            <a:pPr marL="0" lvl="0" indent="0" algn="ctr" rtl="0">
              <a:lnSpc>
                <a:spcPct val="115000"/>
              </a:lnSpc>
              <a:spcBef>
                <a:spcPts val="0"/>
              </a:spcBef>
              <a:spcAft>
                <a:spcPts val="0"/>
              </a:spcAft>
              <a:buSzPts val="2000"/>
              <a:buNone/>
            </a:pPr>
            <a:r>
              <a:rPr lang="es-ES" sz="2800" dirty="0">
                <a:latin typeface="Figtree Medium"/>
                <a:ea typeface="Figtree Medium"/>
                <a:cs typeface="Figtree Medium"/>
                <a:sym typeface="Figtree Medium"/>
              </a:rPr>
              <a:t>Inversión total Desarrollo:</a:t>
            </a:r>
            <a:br>
              <a:rPr lang="es-ES" sz="2800" dirty="0">
                <a:latin typeface="Figtree Medium"/>
                <a:ea typeface="Figtree Medium"/>
                <a:cs typeface="Figtree Medium"/>
                <a:sym typeface="Figtree Medium"/>
              </a:rPr>
            </a:br>
            <a:br>
              <a:rPr lang="es-ES" sz="2800" dirty="0">
                <a:latin typeface="Figtree Medium"/>
                <a:ea typeface="Figtree Medium"/>
                <a:cs typeface="Figtree Medium"/>
                <a:sym typeface="Figtree Medium"/>
              </a:rPr>
            </a:br>
            <a:r>
              <a:rPr lang="es-ES" sz="2800" dirty="0">
                <a:latin typeface="Figtree Medium"/>
                <a:ea typeface="Figtree Medium"/>
                <a:cs typeface="Figtree Medium"/>
                <a:sym typeface="Figtree Medium"/>
              </a:rPr>
              <a:t> US$ 45 x 1920 hs. = </a:t>
            </a:r>
            <a:r>
              <a:rPr lang="es-ES" sz="2800" b="1" dirty="0">
                <a:latin typeface="Figtree Medium"/>
                <a:ea typeface="Figtree Medium"/>
                <a:cs typeface="Figtree Medium"/>
                <a:sym typeface="Figtree Medium"/>
              </a:rPr>
              <a:t>US$</a:t>
            </a:r>
            <a:r>
              <a:rPr lang="es-ES" sz="2800" dirty="0">
                <a:latin typeface="Figtree Medium"/>
                <a:ea typeface="Figtree Medium"/>
                <a:cs typeface="Figtree Medium"/>
                <a:sym typeface="Figtree Medium"/>
              </a:rPr>
              <a:t> </a:t>
            </a:r>
            <a:r>
              <a:rPr lang="es-ES" sz="2800" b="1" dirty="0">
                <a:latin typeface="Figtree Medium"/>
                <a:ea typeface="Figtree Medium"/>
                <a:cs typeface="Figtree Medium"/>
                <a:sym typeface="Figtree Medium"/>
              </a:rPr>
              <a:t>86400</a:t>
            </a:r>
            <a:r>
              <a:rPr lang="es-ES" sz="1700" dirty="0">
                <a:latin typeface="Figtree Medium"/>
                <a:ea typeface="Figtree Medium"/>
                <a:cs typeface="Figtree Medium"/>
                <a:sym typeface="Figtree Medium"/>
              </a:rPr>
              <a:t>. </a:t>
            </a:r>
            <a:endParaRPr sz="1700" dirty="0">
              <a:latin typeface="Figtree Light"/>
              <a:ea typeface="Figtree Light"/>
              <a:cs typeface="Figtree Light"/>
              <a:sym typeface="Figtree Light"/>
            </a:endParaRPr>
          </a:p>
        </p:txBody>
      </p:sp>
      <p:sp>
        <p:nvSpPr>
          <p:cNvPr id="94" name="Google Shape;94;p14"/>
          <p:cNvSpPr/>
          <p:nvPr/>
        </p:nvSpPr>
        <p:spPr>
          <a:xfrm>
            <a:off x="8534886" y="2467975"/>
            <a:ext cx="2847000" cy="2847000"/>
          </a:xfrm>
          <a:prstGeom prst="roundRect">
            <a:avLst>
              <a:gd name="adj" fmla="val 16667"/>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4"/>
          <p:cNvSpPr/>
          <p:nvPr/>
        </p:nvSpPr>
        <p:spPr>
          <a:xfrm>
            <a:off x="13873162" y="2380225"/>
            <a:ext cx="2847000" cy="2847000"/>
          </a:xfrm>
          <a:prstGeom prst="roundRect">
            <a:avLst>
              <a:gd name="adj" fmla="val 16667"/>
            </a:avLst>
          </a:prstGeom>
          <a:solidFill>
            <a:srgbClr val="ED0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4"/>
          <p:cNvSpPr txBox="1">
            <a:spLocks noGrp="1"/>
          </p:cNvSpPr>
          <p:nvPr>
            <p:ph type="ctrTitle" idx="4"/>
          </p:nvPr>
        </p:nvSpPr>
        <p:spPr>
          <a:xfrm>
            <a:off x="8534886" y="3043975"/>
            <a:ext cx="2847000" cy="1695000"/>
          </a:xfrm>
          <a:prstGeom prst="rect">
            <a:avLst/>
          </a:prstGeom>
          <a:noFill/>
          <a:ln>
            <a:noFill/>
          </a:ln>
        </p:spPr>
        <p:txBody>
          <a:bodyPr spcFirstLastPara="1" wrap="square" lIns="0" tIns="0" rIns="0" bIns="0" anchor="ctr" anchorCtr="0">
            <a:noAutofit/>
          </a:bodyPr>
          <a:lstStyle/>
          <a:p>
            <a:pPr lvl="0" algn="ctr">
              <a:lnSpc>
                <a:spcPct val="90000"/>
              </a:lnSpc>
              <a:buSzPts val="2000"/>
            </a:pPr>
            <a:r>
              <a:rPr lang="es-ES" sz="2400" b="1" dirty="0">
                <a:solidFill>
                  <a:schemeClr val="bg1"/>
                </a:solidFill>
                <a:latin typeface="Figtree" panose="020B0604020202020204" charset="0"/>
              </a:rPr>
              <a:t>MÓDULO 1 – Desarrollo de la Plataforma</a:t>
            </a:r>
            <a:endParaRPr sz="11500" dirty="0">
              <a:solidFill>
                <a:schemeClr val="bg1"/>
              </a:solidFill>
              <a:latin typeface="Figtree" panose="020B0604020202020204" charset="0"/>
              <a:ea typeface="Roboto Thin"/>
              <a:cs typeface="Roboto Thin"/>
              <a:sym typeface="Roboto Thin"/>
            </a:endParaRPr>
          </a:p>
        </p:txBody>
      </p:sp>
      <p:sp>
        <p:nvSpPr>
          <p:cNvPr id="98" name="Google Shape;98;p14"/>
          <p:cNvSpPr txBox="1">
            <a:spLocks noGrp="1"/>
          </p:cNvSpPr>
          <p:nvPr>
            <p:ph type="ctrTitle" idx="5"/>
          </p:nvPr>
        </p:nvSpPr>
        <p:spPr>
          <a:xfrm>
            <a:off x="13873200" y="3043975"/>
            <a:ext cx="2847000" cy="1695000"/>
          </a:xfrm>
          <a:prstGeom prst="rect">
            <a:avLst/>
          </a:prstGeom>
          <a:noFill/>
          <a:ln>
            <a:noFill/>
          </a:ln>
        </p:spPr>
        <p:txBody>
          <a:bodyPr spcFirstLastPara="1" wrap="square" lIns="0" tIns="0" rIns="0" bIns="0" anchor="ctr" anchorCtr="0">
            <a:noAutofit/>
          </a:bodyPr>
          <a:lstStyle/>
          <a:p>
            <a:pPr algn="ctr"/>
            <a:r>
              <a:rPr lang="es-ES" sz="2400" b="1" dirty="0">
                <a:solidFill>
                  <a:schemeClr val="bg1"/>
                </a:solidFill>
                <a:latin typeface="Figtree" panose="020B0604020202020204" charset="0"/>
              </a:rPr>
              <a:t>MÓDULO 2 – Mantenimiento Evolutivo y Correctivo</a:t>
            </a:r>
          </a:p>
        </p:txBody>
      </p:sp>
      <p:sp>
        <p:nvSpPr>
          <p:cNvPr id="100" name="Google Shape;100;p14"/>
          <p:cNvSpPr txBox="1">
            <a:spLocks noGrp="1"/>
          </p:cNvSpPr>
          <p:nvPr>
            <p:ph type="ctrTitle" idx="7"/>
          </p:nvPr>
        </p:nvSpPr>
        <p:spPr>
          <a:xfrm>
            <a:off x="1014412" y="1711825"/>
            <a:ext cx="6858000" cy="1870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2000"/>
              <a:buNone/>
            </a:pPr>
            <a:r>
              <a:rPr lang="es-AR" sz="5200" dirty="0">
                <a:solidFill>
                  <a:srgbClr val="B7B7B7"/>
                </a:solidFill>
                <a:latin typeface="Figtree Light"/>
                <a:ea typeface="Figtree Light"/>
                <a:cs typeface="Figtree Light"/>
                <a:sym typeface="Figtree Light"/>
              </a:rPr>
              <a:t>Inversión Proyecto</a:t>
            </a:r>
            <a:endParaRPr sz="5200" dirty="0">
              <a:solidFill>
                <a:srgbClr val="B7B7B7"/>
              </a:solidFill>
              <a:latin typeface="Figtree Light"/>
              <a:ea typeface="Figtree Light"/>
              <a:cs typeface="Figtree Light"/>
              <a:sym typeface="Figtree Light"/>
            </a:endParaRPr>
          </a:p>
          <a:p>
            <a:pPr marL="0" lvl="0" indent="0" algn="l" rtl="0">
              <a:lnSpc>
                <a:spcPct val="90000"/>
              </a:lnSpc>
              <a:spcBef>
                <a:spcPts val="0"/>
              </a:spcBef>
              <a:spcAft>
                <a:spcPts val="0"/>
              </a:spcAft>
              <a:buSzPts val="2000"/>
              <a:buNone/>
            </a:pPr>
            <a:r>
              <a:rPr lang="en" sz="5200" dirty="0">
                <a:solidFill>
                  <a:schemeClr val="dk1"/>
                </a:solidFill>
                <a:latin typeface="Figtree Medium"/>
                <a:ea typeface="Figtree Medium"/>
                <a:cs typeface="Figtree Medium"/>
                <a:sym typeface="Figtree Medium"/>
              </a:rPr>
              <a:t>Resumen Económico</a:t>
            </a:r>
            <a:endParaRPr sz="5200" dirty="0">
              <a:solidFill>
                <a:schemeClr val="dk1"/>
              </a:solidFill>
              <a:latin typeface="Figtree Medium"/>
              <a:ea typeface="Figtree Medium"/>
              <a:cs typeface="Figtree Medium"/>
              <a:sym typeface="Figtree Medium"/>
            </a:endParaRPr>
          </a:p>
        </p:txBody>
      </p:sp>
      <p:sp>
        <p:nvSpPr>
          <p:cNvPr id="101" name="Google Shape;101;p14"/>
          <p:cNvSpPr txBox="1">
            <a:spLocks noGrp="1"/>
          </p:cNvSpPr>
          <p:nvPr>
            <p:ph type="ctrTitle" idx="8"/>
          </p:nvPr>
        </p:nvSpPr>
        <p:spPr>
          <a:xfrm>
            <a:off x="1188720" y="560900"/>
            <a:ext cx="8572800" cy="6858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SzPts val="2000"/>
              <a:buNone/>
            </a:pPr>
            <a:r>
              <a:rPr lang="en" sz="1800">
                <a:solidFill>
                  <a:srgbClr val="ED004F"/>
                </a:solidFill>
                <a:latin typeface="Figtree Medium"/>
                <a:ea typeface="Figtree Medium"/>
                <a:cs typeface="Figtree Medium"/>
                <a:sym typeface="Figtree Medium"/>
              </a:rPr>
              <a:t>Propuesta Comercial </a:t>
            </a:r>
            <a:endParaRPr sz="1800">
              <a:solidFill>
                <a:srgbClr val="ED004F"/>
              </a:solidFill>
              <a:latin typeface="Figtree Medium"/>
              <a:ea typeface="Figtree Medium"/>
              <a:cs typeface="Figtree Medium"/>
              <a:sym typeface="Figtree Medium"/>
            </a:endParaRPr>
          </a:p>
          <a:p>
            <a:pPr marL="0" lvl="0" indent="0" algn="l" rtl="0">
              <a:lnSpc>
                <a:spcPct val="115000"/>
              </a:lnSpc>
              <a:spcBef>
                <a:spcPts val="0"/>
              </a:spcBef>
              <a:spcAft>
                <a:spcPts val="0"/>
              </a:spcAft>
              <a:buSzPts val="2000"/>
              <a:buNone/>
            </a:pPr>
            <a:r>
              <a:rPr lang="en" sz="1800">
                <a:latin typeface="Figtree Light"/>
                <a:ea typeface="Figtree Light"/>
                <a:cs typeface="Figtree Light"/>
                <a:sym typeface="Figtree Light"/>
              </a:rPr>
              <a:t>Servicios de Consultoría</a:t>
            </a:r>
            <a:endParaRPr sz="1800">
              <a:latin typeface="Figtree Light"/>
              <a:ea typeface="Figtree Light"/>
              <a:cs typeface="Figtree Light"/>
              <a:sym typeface="Figtree Light"/>
            </a:endParaRPr>
          </a:p>
        </p:txBody>
      </p:sp>
      <p:sp>
        <p:nvSpPr>
          <p:cNvPr id="102" name="Google Shape;102;p14"/>
          <p:cNvSpPr txBox="1">
            <a:spLocks noGrp="1"/>
          </p:cNvSpPr>
          <p:nvPr>
            <p:ph type="ctrTitle" idx="9"/>
          </p:nvPr>
        </p:nvSpPr>
        <p:spPr>
          <a:xfrm>
            <a:off x="1014412" y="3995275"/>
            <a:ext cx="6857925" cy="4848600"/>
          </a:xfrm>
          <a:prstGeom prst="rect">
            <a:avLst/>
          </a:prstGeom>
          <a:noFill/>
          <a:ln>
            <a:noFill/>
          </a:ln>
        </p:spPr>
        <p:txBody>
          <a:bodyPr spcFirstLastPara="1" wrap="square" lIns="0" tIns="0" rIns="0" bIns="0" anchor="t" anchorCtr="0">
            <a:noAutofit/>
          </a:bodyPr>
          <a:lstStyle/>
          <a:p>
            <a:pPr marL="0" lvl="0" indent="0" algn="l" rtl="0">
              <a:lnSpc>
                <a:spcPct val="130000"/>
              </a:lnSpc>
              <a:spcBef>
                <a:spcPts val="0"/>
              </a:spcBef>
              <a:spcAft>
                <a:spcPts val="0"/>
              </a:spcAft>
              <a:buSzPts val="2000"/>
              <a:buNone/>
            </a:pPr>
            <a:r>
              <a:rPr lang="es-ES" sz="2000" dirty="0">
                <a:latin typeface="Figtree Light"/>
                <a:ea typeface="Figtree Light"/>
                <a:cs typeface="Figtree Light"/>
                <a:sym typeface="Figtree Light"/>
              </a:rPr>
              <a:t>La inversión del proyecto se compone de dos módulos:</a:t>
            </a:r>
            <a:br>
              <a:rPr lang="es-ES" sz="2000" dirty="0">
                <a:latin typeface="Figtree Light"/>
                <a:ea typeface="Figtree Light"/>
                <a:cs typeface="Figtree Light"/>
                <a:sym typeface="Figtree Light"/>
              </a:rPr>
            </a:br>
            <a:br>
              <a:rPr lang="es-ES" sz="2000" dirty="0">
                <a:latin typeface="Figtree Light"/>
                <a:ea typeface="Figtree Light"/>
                <a:cs typeface="Figtree Light"/>
                <a:sym typeface="Figtree Light"/>
              </a:rPr>
            </a:br>
            <a:r>
              <a:rPr lang="es-ES" sz="2000" b="1" dirty="0">
                <a:latin typeface="Figtree Light"/>
                <a:ea typeface="Figtree Light"/>
                <a:cs typeface="Figtree Light"/>
                <a:sym typeface="Figtree Light"/>
              </a:rPr>
              <a:t>Desarrollo de la Plataforma (implementación)</a:t>
            </a:r>
            <a:br>
              <a:rPr lang="es-ES" sz="2000" dirty="0">
                <a:latin typeface="Figtree Light"/>
                <a:ea typeface="Figtree Light"/>
                <a:cs typeface="Figtree Light"/>
                <a:sym typeface="Figtree Light"/>
              </a:rPr>
            </a:br>
            <a:br>
              <a:rPr lang="es-ES" sz="2000" dirty="0">
                <a:latin typeface="Figtree Light"/>
                <a:ea typeface="Figtree Light"/>
                <a:cs typeface="Figtree Light"/>
                <a:sym typeface="Figtree Light"/>
              </a:rPr>
            </a:br>
            <a:r>
              <a:rPr lang="es-ES" sz="2000" b="1" dirty="0">
                <a:latin typeface="Figtree Light"/>
                <a:ea typeface="Figtree Light"/>
                <a:cs typeface="Figtree Light"/>
                <a:sym typeface="Figtree Light"/>
              </a:rPr>
              <a:t>Mantenimiento y Evolución (durante los primeros 12 meses)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6"/>
          <p:cNvSpPr txBox="1">
            <a:spLocks noGrp="1"/>
          </p:cNvSpPr>
          <p:nvPr>
            <p:ph type="ctrTitle"/>
          </p:nvPr>
        </p:nvSpPr>
        <p:spPr>
          <a:xfrm>
            <a:off x="3538300" y="1714500"/>
            <a:ext cx="11211600" cy="3640800"/>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SzPts val="2000"/>
              <a:buNone/>
            </a:pPr>
            <a:r>
              <a:rPr lang="en" sz="9600" b="1">
                <a:solidFill>
                  <a:schemeClr val="lt1"/>
                </a:solidFill>
                <a:latin typeface="Figtree"/>
                <a:ea typeface="Figtree"/>
                <a:cs typeface="Figtree"/>
                <a:sym typeface="Figtree"/>
              </a:rPr>
              <a:t>¡Gracias!</a:t>
            </a:r>
            <a:endParaRPr sz="9600" b="1">
              <a:solidFill>
                <a:srgbClr val="0000FF"/>
              </a:solidFill>
              <a:latin typeface="Figtree"/>
              <a:ea typeface="Figtree"/>
              <a:cs typeface="Figtree"/>
              <a:sym typeface="Figtree"/>
            </a:endParaRPr>
          </a:p>
        </p:txBody>
      </p:sp>
      <p:sp>
        <p:nvSpPr>
          <p:cNvPr id="124" name="Google Shape;124;p16"/>
          <p:cNvSpPr txBox="1">
            <a:spLocks noGrp="1"/>
          </p:cNvSpPr>
          <p:nvPr>
            <p:ph type="ctrTitle" idx="2"/>
          </p:nvPr>
        </p:nvSpPr>
        <p:spPr>
          <a:xfrm>
            <a:off x="5778750" y="6106650"/>
            <a:ext cx="6730800" cy="751200"/>
          </a:xfrm>
          <a:prstGeom prst="rect">
            <a:avLst/>
          </a:prstGeom>
          <a:noFill/>
          <a:ln>
            <a:noFill/>
          </a:ln>
        </p:spPr>
        <p:txBody>
          <a:bodyPr spcFirstLastPara="1" wrap="square" lIns="0" tIns="0" rIns="0" bIns="0" anchor="t" anchorCtr="0">
            <a:noAutofit/>
          </a:bodyPr>
          <a:lstStyle/>
          <a:p>
            <a:pPr marL="0" lvl="0" indent="0" algn="ctr" rtl="0">
              <a:lnSpc>
                <a:spcPct val="115000"/>
              </a:lnSpc>
              <a:spcBef>
                <a:spcPts val="0"/>
              </a:spcBef>
              <a:spcAft>
                <a:spcPts val="0"/>
              </a:spcAft>
              <a:buSzPts val="2000"/>
              <a:buNone/>
            </a:pPr>
            <a:endParaRPr sz="2400" dirty="0">
              <a:solidFill>
                <a:schemeClr val="lt1"/>
              </a:solidFill>
              <a:latin typeface="Figtree Light"/>
              <a:ea typeface="Figtree Light"/>
              <a:cs typeface="Figtree Light"/>
              <a:sym typeface="Figtree Light"/>
            </a:endParaRPr>
          </a:p>
          <a:p>
            <a:pPr marL="0" lvl="0" indent="0" algn="ctr" rtl="0">
              <a:lnSpc>
                <a:spcPct val="115000"/>
              </a:lnSpc>
              <a:spcBef>
                <a:spcPts val="0"/>
              </a:spcBef>
              <a:spcAft>
                <a:spcPts val="0"/>
              </a:spcAft>
              <a:buSzPts val="2000"/>
              <a:buNone/>
            </a:pPr>
            <a:endParaRPr sz="2400" dirty="0">
              <a:solidFill>
                <a:schemeClr val="lt1"/>
              </a:solidFill>
              <a:latin typeface="Figtree Light"/>
              <a:ea typeface="Figtree Light"/>
              <a:cs typeface="Figtree Light"/>
              <a:sym typeface="Figtree Light"/>
            </a:endParaRPr>
          </a:p>
        </p:txBody>
      </p:sp>
      <p:sp>
        <p:nvSpPr>
          <p:cNvPr id="125" name="Google Shape;125;p16"/>
          <p:cNvSpPr txBox="1">
            <a:spLocks noGrp="1"/>
          </p:cNvSpPr>
          <p:nvPr>
            <p:ph type="ctrTitle" idx="3"/>
          </p:nvPr>
        </p:nvSpPr>
        <p:spPr>
          <a:xfrm>
            <a:off x="1188724" y="560900"/>
            <a:ext cx="6317400" cy="6858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SzPts val="2000"/>
              <a:buNone/>
            </a:pPr>
            <a:r>
              <a:rPr lang="en" sz="1800">
                <a:solidFill>
                  <a:schemeClr val="lt1"/>
                </a:solidFill>
                <a:latin typeface="Figtree Medium"/>
                <a:ea typeface="Figtree Medium"/>
                <a:cs typeface="Figtree Medium"/>
                <a:sym typeface="Figtree Medium"/>
              </a:rPr>
              <a:t>Propuesta Comercial </a:t>
            </a:r>
            <a:endParaRPr sz="1800">
              <a:solidFill>
                <a:schemeClr val="lt1"/>
              </a:solidFill>
              <a:latin typeface="Figtree Medium"/>
              <a:ea typeface="Figtree Medium"/>
              <a:cs typeface="Figtree Medium"/>
              <a:sym typeface="Figtree Medium"/>
            </a:endParaRPr>
          </a:p>
          <a:p>
            <a:pPr marL="0" lvl="0" indent="0" algn="l" rtl="0">
              <a:lnSpc>
                <a:spcPct val="115000"/>
              </a:lnSpc>
              <a:spcBef>
                <a:spcPts val="0"/>
              </a:spcBef>
              <a:spcAft>
                <a:spcPts val="0"/>
              </a:spcAft>
              <a:buSzPts val="2000"/>
              <a:buNone/>
            </a:pPr>
            <a:r>
              <a:rPr lang="en" sz="1800">
                <a:solidFill>
                  <a:schemeClr val="accent5"/>
                </a:solidFill>
                <a:latin typeface="Figtree Light"/>
                <a:ea typeface="Figtree Light"/>
                <a:cs typeface="Figtree Light"/>
                <a:sym typeface="Figtree Light"/>
              </a:rPr>
              <a:t>Servicios de Consultoría</a:t>
            </a:r>
            <a:endParaRPr sz="1800">
              <a:solidFill>
                <a:schemeClr val="accent5"/>
              </a:solidFill>
              <a:latin typeface="Figtree Light"/>
              <a:ea typeface="Figtree Light"/>
              <a:cs typeface="Figtree Light"/>
              <a:sym typeface="Figtree Light"/>
            </a:endParaRPr>
          </a:p>
        </p:txBody>
      </p:sp>
    </p:spTree>
  </p:cSld>
  <p:clrMapOvr>
    <a:masterClrMapping/>
  </p:clrMapOvr>
</p:sld>
</file>

<file path=ppt/theme/theme1.xml><?xml version="1.0" encoding="utf-8"?>
<a:theme xmlns:a="http://schemas.openxmlformats.org/drawingml/2006/main" name="Espinlabs">
  <a:themeElements>
    <a:clrScheme name="Simple Light">
      <a:dk1>
        <a:srgbClr val="000000"/>
      </a:dk1>
      <a:lt1>
        <a:srgbClr val="FFFFFF"/>
      </a:lt1>
      <a:dk2>
        <a:srgbClr val="999999"/>
      </a:dk2>
      <a:lt2>
        <a:srgbClr val="EEEEEE"/>
      </a:lt2>
      <a:accent1>
        <a:srgbClr val="ED004F"/>
      </a:accent1>
      <a:accent2>
        <a:srgbClr val="3079FF"/>
      </a:accent2>
      <a:accent3>
        <a:srgbClr val="9F65FF"/>
      </a:accent3>
      <a:accent4>
        <a:srgbClr val="000000"/>
      </a:accent4>
      <a:accent5>
        <a:srgbClr val="999999"/>
      </a:accent5>
      <a:accent6>
        <a:srgbClr val="FFFFFF"/>
      </a:accent6>
      <a:hlink>
        <a:srgbClr val="3079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670</Words>
  <Application>Microsoft Office PowerPoint</Application>
  <PresentationFormat>Personalizado</PresentationFormat>
  <Paragraphs>52</Paragraphs>
  <Slides>8</Slides>
  <Notes>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Figtree Light</vt:lpstr>
      <vt:lpstr>Arial</vt:lpstr>
      <vt:lpstr>Figtree Medium</vt:lpstr>
      <vt:lpstr>Figtree</vt:lpstr>
      <vt:lpstr>Espinlabs</vt:lpstr>
      <vt:lpstr>Espinlabs Propuesta Comercial | Servicios de Consultoría</vt:lpstr>
      <vt:lpstr>Resumen Ejecutivo </vt:lpstr>
      <vt:lpstr>Objetivo del Proyecto</vt:lpstr>
      <vt:lpstr>Presentación de diapo título principal</vt:lpstr>
      <vt:lpstr>Plan de Trabajo</vt:lpstr>
      <vt:lpstr>Mes 1 -  Relevamiento  Durante el primer mes se llevará adelante la etapa de relevamiento, análisis y refinamiento conjunto con el Product Owner. Como resultado se entregará:  .- Documento funcional detallado .- Definición de flujos de negocio .- Modelo conceptual de datos .- Alcance validado y priorizado .- Arquitectura de alto nivel </vt:lpstr>
      <vt:lpstr>Inversión mensual de mantenimiento:  US$ 45 x 200 hs. = US$ 9000 (x mes)  </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Marcelo Hawryluk</dc:creator>
  <cp:lastModifiedBy>Marcelo Hawryluk</cp:lastModifiedBy>
  <cp:revision>1</cp:revision>
  <dcterms:modified xsi:type="dcterms:W3CDTF">2026-03-02T19:16:14Z</dcterms:modified>
</cp:coreProperties>
</file>